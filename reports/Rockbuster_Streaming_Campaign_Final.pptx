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2" r:id="rId1"/>
  </p:sldMasterIdLst>
  <p:notesMasterIdLst>
    <p:notesMasterId r:id="rId19"/>
  </p:notesMasterIdLst>
  <p:sldIdLst>
    <p:sldId id="256" r:id="rId2"/>
    <p:sldId id="258" r:id="rId3"/>
    <p:sldId id="259" r:id="rId4"/>
    <p:sldId id="266" r:id="rId5"/>
    <p:sldId id="314" r:id="rId6"/>
    <p:sldId id="278" r:id="rId7"/>
    <p:sldId id="276" r:id="rId8"/>
    <p:sldId id="260" r:id="rId9"/>
    <p:sldId id="315" r:id="rId10"/>
    <p:sldId id="317" r:id="rId11"/>
    <p:sldId id="271" r:id="rId12"/>
    <p:sldId id="269" r:id="rId13"/>
    <p:sldId id="277" r:id="rId14"/>
    <p:sldId id="316" r:id="rId15"/>
    <p:sldId id="272" r:id="rId16"/>
    <p:sldId id="263" r:id="rId17"/>
    <p:sldId id="291" r:id="rId18"/>
  </p:sldIdLst>
  <p:sldSz cx="9144000" cy="5143500" type="screen16x9"/>
  <p:notesSz cx="6858000" cy="9144000"/>
  <p:embeddedFontLst>
    <p:embeddedFont>
      <p:font typeface="Albert Sans" pitchFamily="2" charset="77"/>
      <p:regular r:id="rId20"/>
      <p:bold r:id="rId21"/>
      <p:italic r:id="rId22"/>
      <p:boldItalic r:id="rId23"/>
    </p:embeddedFont>
    <p:embeddedFont>
      <p:font typeface="Anaheim" pitchFamily="2" charset="77"/>
      <p:regular r:id="rId24"/>
      <p:bold r:id="rId25"/>
    </p:embeddedFont>
    <p:embeddedFont>
      <p:font typeface="Arimo" panose="020B0604020202020204" pitchFamily="34" charset="0"/>
      <p:regular r:id="rId26"/>
      <p:bold r:id="rId27"/>
      <p:italic r:id="rId28"/>
      <p:boldItalic r:id="rId29"/>
    </p:embeddedFont>
    <p:embeddedFont>
      <p:font typeface="Bakbak One" pitchFamily="2" charset="77"/>
      <p:regular r:id="rId30"/>
    </p:embeddedFont>
    <p:embeddedFont>
      <p:font typeface="Didact Gothic" pitchFamily="2" charset="0"/>
      <p:regular r:id="rId31"/>
    </p:embeddedFont>
    <p:embeddedFont>
      <p:font typeface="Nunito Light" pitchFamily="2" charset="77"/>
      <p:regular r:id="rId32"/>
      <p:italic r:id="rId3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97B7"/>
    <a:srgbClr val="8E6287"/>
    <a:srgbClr val="98699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BAD8BE8-AA76-406F-9D8A-420F3D51C7FE}">
  <a:tblStyle styleId="{BBAD8BE8-AA76-406F-9D8A-420F3D51C7FE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E6401F08-26A5-4468-B1FB-5CCD4631CD9A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100"/>
    <p:restoredTop sz="94600"/>
  </p:normalViewPr>
  <p:slideViewPr>
    <p:cSldViewPr snapToGrid="0">
      <p:cViewPr varScale="1">
        <p:scale>
          <a:sx n="157" d="100"/>
          <a:sy n="157" d="100"/>
        </p:scale>
        <p:origin x="192" y="5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7.fntdata"/><Relationship Id="rId21" Type="http://schemas.openxmlformats.org/officeDocument/2006/relationships/font" Target="fonts/font2.fntdata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33" Type="http://schemas.openxmlformats.org/officeDocument/2006/relationships/font" Target="fonts/font14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font" Target="fonts/font10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32" Type="http://schemas.openxmlformats.org/officeDocument/2006/relationships/font" Target="fonts/font13.fntdata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font" Target="fonts/font9.fntdata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31" Type="http://schemas.openxmlformats.org/officeDocument/2006/relationships/font" Target="fonts/font1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font" Target="fonts/font8.fntdata"/><Relationship Id="rId30" Type="http://schemas.openxmlformats.org/officeDocument/2006/relationships/font" Target="fonts/font11.fntdata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5" name="Google Shape;365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g23acca15d6a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0" name="Google Shape;380;g23acca15d6a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gd431007ba2_0_2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7" name="Google Shape;387;gd431007ba2_0_2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Google Shape;488;gd5260bdd85_0_2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9" name="Google Shape;489;gd5260bdd85_0_2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8">
          <a:extLst>
            <a:ext uri="{FF2B5EF4-FFF2-40B4-BE49-F238E27FC236}">
              <a16:creationId xmlns:a16="http://schemas.microsoft.com/office/drawing/2014/main" id="{8767107D-6399-646E-4F71-4F2907197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54dda1946d_6_308:notes">
            <a:extLst>
              <a:ext uri="{FF2B5EF4-FFF2-40B4-BE49-F238E27FC236}">
                <a16:creationId xmlns:a16="http://schemas.microsoft.com/office/drawing/2014/main" id="{2A3A72B8-D194-D06C-0926-5CC314BD14B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54dda1946d_6_308:notes">
            <a:extLst>
              <a:ext uri="{FF2B5EF4-FFF2-40B4-BE49-F238E27FC236}">
                <a16:creationId xmlns:a16="http://schemas.microsoft.com/office/drawing/2014/main" id="{E31636E6-A14E-1939-5D84-8E778FEB0F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618848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Google Shape;701;g54dda1946d_4_26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2" name="Google Shape;702;g54dda1946d_4_26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54dda1946d_4_27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3" name="Google Shape;673;g54dda1946d_4_27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g54dda1946d_6_2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4" name="Google Shape;404;g54dda1946d_6_2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8">
          <a:extLst>
            <a:ext uri="{FF2B5EF4-FFF2-40B4-BE49-F238E27FC236}">
              <a16:creationId xmlns:a16="http://schemas.microsoft.com/office/drawing/2014/main" id="{38F99D53-0A88-A836-6F5D-6CB4D6F9FC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54dda1946d_6_308:notes">
            <a:extLst>
              <a:ext uri="{FF2B5EF4-FFF2-40B4-BE49-F238E27FC236}">
                <a16:creationId xmlns:a16="http://schemas.microsoft.com/office/drawing/2014/main" id="{FC00DF0E-67B8-E1B7-FA09-ED7D3378F1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54dda1946d_6_308:notes">
            <a:extLst>
              <a:ext uri="{FF2B5EF4-FFF2-40B4-BE49-F238E27FC236}">
                <a16:creationId xmlns:a16="http://schemas.microsoft.com/office/drawing/2014/main" id="{CD1248C1-33E0-5C3E-F3CA-DC9668081F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3317902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5">
          <a:extLst>
            <a:ext uri="{FF2B5EF4-FFF2-40B4-BE49-F238E27FC236}">
              <a16:creationId xmlns:a16="http://schemas.microsoft.com/office/drawing/2014/main" id="{7BBBF4F8-CDAF-6C7F-3999-5E7F30689A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gd431007ba2_0_215:notes">
            <a:extLst>
              <a:ext uri="{FF2B5EF4-FFF2-40B4-BE49-F238E27FC236}">
                <a16:creationId xmlns:a16="http://schemas.microsoft.com/office/drawing/2014/main" id="{E1E8CFEA-84A1-0181-538B-C6F3ACDB33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7" name="Google Shape;387;gd431007ba2_0_215:notes">
            <a:extLst>
              <a:ext uri="{FF2B5EF4-FFF2-40B4-BE49-F238E27FC236}">
                <a16:creationId xmlns:a16="http://schemas.microsoft.com/office/drawing/2014/main" id="{2DAB764D-052A-69FE-0B08-98D4D3CE6E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3334441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54dda1946d_6_3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54dda1946d_6_3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Google Shape;593;g54ff9c4cb4_3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4" name="Google Shape;594;g54ff9c4cb4_3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54dda1946d_4_27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7" name="Google Shape;687;g54dda1946d_4_27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0">
          <a:extLst>
            <a:ext uri="{FF2B5EF4-FFF2-40B4-BE49-F238E27FC236}">
              <a16:creationId xmlns:a16="http://schemas.microsoft.com/office/drawing/2014/main" id="{31CE53C1-3A7A-CABF-15AE-A746542954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Google Shape;701;g54dda1946d_4_2689:notes">
            <a:extLst>
              <a:ext uri="{FF2B5EF4-FFF2-40B4-BE49-F238E27FC236}">
                <a16:creationId xmlns:a16="http://schemas.microsoft.com/office/drawing/2014/main" id="{497AD6C5-475D-F067-01E6-79E42B7CBCA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2" name="Google Shape;702;g54dda1946d_4_2689:notes">
            <a:extLst>
              <a:ext uri="{FF2B5EF4-FFF2-40B4-BE49-F238E27FC236}">
                <a16:creationId xmlns:a16="http://schemas.microsoft.com/office/drawing/2014/main" id="{FC4D8E96-D715-2858-E162-2D87C477429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5100572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Google Shape;620;g54dda1946d_4_27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1" name="Google Shape;621;g54dda1946d_4_27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g54dda1946d_6_3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4" name="Google Shape;424;g54dda1946d_6_3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9" name="Google Shape;1149;g135e18421cc_13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0" name="Google Shape;1150;g135e18421cc_13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hyperlink" Target="https://bit.ly/3A1uf1Q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hyperlink" Target="http://bit.ly/2TtBDfr" TargetMode="External"/><Relationship Id="rId4" Type="http://schemas.openxmlformats.org/officeDocument/2006/relationships/hyperlink" Target="http://bit.ly/2TyoMsr" TargetMode="Externa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/>
          <p:nvPr/>
        </p:nvSpPr>
        <p:spPr>
          <a:xfrm>
            <a:off x="1053600" y="661950"/>
            <a:ext cx="7036800" cy="38196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1053600" y="4711675"/>
            <a:ext cx="7036800" cy="33339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1053600" y="-2902075"/>
            <a:ext cx="7036800" cy="33339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ctrTitle"/>
          </p:nvPr>
        </p:nvSpPr>
        <p:spPr>
          <a:xfrm>
            <a:off x="2307675" y="1273475"/>
            <a:ext cx="4528800" cy="2103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8000" b="0">
                <a:latin typeface="Bakbak One"/>
                <a:ea typeface="Bakbak One"/>
                <a:cs typeface="Bakbak One"/>
                <a:sym typeface="Bakbak One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ubTitle" idx="1"/>
          </p:nvPr>
        </p:nvSpPr>
        <p:spPr>
          <a:xfrm>
            <a:off x="2307675" y="3376775"/>
            <a:ext cx="4528800" cy="4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lbert Sans"/>
              <a:buNone/>
              <a:defRPr sz="1800">
                <a:latin typeface="Albert Sans"/>
                <a:ea typeface="Albert Sans"/>
                <a:cs typeface="Albert Sans"/>
                <a:sym typeface="Albert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lbert Sans"/>
              <a:buNone/>
              <a:defRPr sz="1800">
                <a:latin typeface="Albert Sans"/>
                <a:ea typeface="Albert Sans"/>
                <a:cs typeface="Albert Sans"/>
                <a:sym typeface="Albert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lbert Sans"/>
              <a:buNone/>
              <a:defRPr sz="1800">
                <a:latin typeface="Albert Sans"/>
                <a:ea typeface="Albert Sans"/>
                <a:cs typeface="Albert Sans"/>
                <a:sym typeface="Albert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lbert Sans"/>
              <a:buNone/>
              <a:defRPr sz="1800">
                <a:latin typeface="Albert Sans"/>
                <a:ea typeface="Albert Sans"/>
                <a:cs typeface="Albert Sans"/>
                <a:sym typeface="Albert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lbert Sans"/>
              <a:buNone/>
              <a:defRPr sz="1800">
                <a:latin typeface="Albert Sans"/>
                <a:ea typeface="Albert Sans"/>
                <a:cs typeface="Albert Sans"/>
                <a:sym typeface="Albert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lbert Sans"/>
              <a:buNone/>
              <a:defRPr sz="1800">
                <a:latin typeface="Albert Sans"/>
                <a:ea typeface="Albert Sans"/>
                <a:cs typeface="Albert Sans"/>
                <a:sym typeface="Albert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lbert Sans"/>
              <a:buNone/>
              <a:defRPr sz="1800">
                <a:latin typeface="Albert Sans"/>
                <a:ea typeface="Albert Sans"/>
                <a:cs typeface="Albert Sans"/>
                <a:sym typeface="Albert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lbert Sans"/>
              <a:buNone/>
              <a:defRPr sz="1800"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endParaRPr/>
          </a:p>
        </p:txBody>
      </p:sp>
      <p:sp>
        <p:nvSpPr>
          <p:cNvPr id="15" name="Google Shape;15;p2"/>
          <p:cNvSpPr/>
          <p:nvPr/>
        </p:nvSpPr>
        <p:spPr>
          <a:xfrm rot="5400000" flipH="1">
            <a:off x="-2843134" y="1679968"/>
            <a:ext cx="6730852" cy="381887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 rot="-1096965">
            <a:off x="-1885872" y="402295"/>
            <a:ext cx="6731383" cy="381917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 rot="-5400000">
            <a:off x="5256447" y="1679968"/>
            <a:ext cx="6730852" cy="381887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 rot="-945579" flipH="1">
            <a:off x="6184260" y="4208624"/>
            <a:ext cx="6731459" cy="381921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20;p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1053600" y="-2902075"/>
            <a:ext cx="7036800" cy="33339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3"/>
          <p:cNvSpPr/>
          <p:nvPr/>
        </p:nvSpPr>
        <p:spPr>
          <a:xfrm rot="-1978881">
            <a:off x="-3206391" y="348530"/>
            <a:ext cx="6731944" cy="381949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1053600" y="661950"/>
            <a:ext cx="7036800" cy="38196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3"/>
          <p:cNvSpPr/>
          <p:nvPr/>
        </p:nvSpPr>
        <p:spPr>
          <a:xfrm>
            <a:off x="1053600" y="4711675"/>
            <a:ext cx="7036800" cy="33339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2436000" y="1862853"/>
            <a:ext cx="4272000" cy="1789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55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title" idx="2" hasCustomPrompt="1"/>
          </p:nvPr>
        </p:nvSpPr>
        <p:spPr>
          <a:xfrm>
            <a:off x="3923700" y="998720"/>
            <a:ext cx="1296000" cy="1083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7" name="Google Shape;27;p3"/>
          <p:cNvSpPr/>
          <p:nvPr/>
        </p:nvSpPr>
        <p:spPr>
          <a:xfrm rot="-1978881">
            <a:off x="3485234" y="5057105"/>
            <a:ext cx="6731944" cy="381949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3"/>
          <p:cNvSpPr txBox="1">
            <a:spLocks noGrp="1"/>
          </p:cNvSpPr>
          <p:nvPr>
            <p:ph type="subTitle" idx="1"/>
          </p:nvPr>
        </p:nvSpPr>
        <p:spPr>
          <a:xfrm>
            <a:off x="2436000" y="3652345"/>
            <a:ext cx="4272000" cy="375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grpSp>
        <p:nvGrpSpPr>
          <p:cNvPr id="29" name="Google Shape;29;p3"/>
          <p:cNvGrpSpPr/>
          <p:nvPr/>
        </p:nvGrpSpPr>
        <p:grpSpPr>
          <a:xfrm>
            <a:off x="-2235832" y="4814449"/>
            <a:ext cx="13452615" cy="381925"/>
            <a:chOff x="-396857" y="4814449"/>
            <a:chExt cx="13452615" cy="381925"/>
          </a:xfrm>
        </p:grpSpPr>
        <p:sp>
          <p:nvSpPr>
            <p:cNvPr id="30" name="Google Shape;30;p3"/>
            <p:cNvSpPr/>
            <p:nvPr/>
          </p:nvSpPr>
          <p:spPr>
            <a:xfrm flipH="1">
              <a:off x="-396857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31;p3"/>
            <p:cNvSpPr/>
            <p:nvPr/>
          </p:nvSpPr>
          <p:spPr>
            <a:xfrm flipH="1">
              <a:off x="6324233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2" name="Google Shape;32;p3"/>
          <p:cNvGrpSpPr/>
          <p:nvPr/>
        </p:nvGrpSpPr>
        <p:grpSpPr>
          <a:xfrm>
            <a:off x="-2235832" y="-95676"/>
            <a:ext cx="13452615" cy="381925"/>
            <a:chOff x="-396857" y="4814449"/>
            <a:chExt cx="13452615" cy="381925"/>
          </a:xfrm>
        </p:grpSpPr>
        <p:sp>
          <p:nvSpPr>
            <p:cNvPr id="33" name="Google Shape;33;p3"/>
            <p:cNvSpPr/>
            <p:nvPr/>
          </p:nvSpPr>
          <p:spPr>
            <a:xfrm flipH="1">
              <a:off x="-396857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34;p3"/>
            <p:cNvSpPr/>
            <p:nvPr/>
          </p:nvSpPr>
          <p:spPr>
            <a:xfrm flipH="1">
              <a:off x="6324233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Google Shape;62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7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10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7"/>
          <p:cNvSpPr txBox="1">
            <a:spLocks noGrp="1"/>
          </p:cNvSpPr>
          <p:nvPr>
            <p:ph type="subTitle" idx="1"/>
          </p:nvPr>
        </p:nvSpPr>
        <p:spPr>
          <a:xfrm>
            <a:off x="2428050" y="1593697"/>
            <a:ext cx="4294800" cy="2020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✰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6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65" name="Google Shape;65;p7"/>
          <p:cNvSpPr/>
          <p:nvPr/>
        </p:nvSpPr>
        <p:spPr>
          <a:xfrm rot="5400000" flipH="1">
            <a:off x="-2843134" y="1587118"/>
            <a:ext cx="6730852" cy="381887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7"/>
          <p:cNvSpPr/>
          <p:nvPr/>
        </p:nvSpPr>
        <p:spPr>
          <a:xfrm rot="-1096965">
            <a:off x="-3695622" y="478495"/>
            <a:ext cx="6731383" cy="381917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7"/>
          <p:cNvSpPr/>
          <p:nvPr/>
        </p:nvSpPr>
        <p:spPr>
          <a:xfrm rot="-1952464" flipH="1">
            <a:off x="5727084" y="3980084"/>
            <a:ext cx="6731476" cy="381922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7"/>
          <p:cNvSpPr/>
          <p:nvPr/>
        </p:nvSpPr>
        <p:spPr>
          <a:xfrm rot="3333879" flipH="1">
            <a:off x="5974429" y="1337043"/>
            <a:ext cx="6731812" cy="381941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" name="Google Shape;70;p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8"/>
          <p:cNvSpPr/>
          <p:nvPr/>
        </p:nvSpPr>
        <p:spPr>
          <a:xfrm>
            <a:off x="1053600" y="661950"/>
            <a:ext cx="7036800" cy="38196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8"/>
          <p:cNvSpPr/>
          <p:nvPr/>
        </p:nvSpPr>
        <p:spPr>
          <a:xfrm>
            <a:off x="1053600" y="4711675"/>
            <a:ext cx="7036800" cy="33339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73;p8"/>
          <p:cNvSpPr/>
          <p:nvPr/>
        </p:nvSpPr>
        <p:spPr>
          <a:xfrm>
            <a:off x="1053600" y="-2902075"/>
            <a:ext cx="7036800" cy="33339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p8"/>
          <p:cNvSpPr txBox="1">
            <a:spLocks noGrp="1"/>
          </p:cNvSpPr>
          <p:nvPr>
            <p:ph type="title"/>
          </p:nvPr>
        </p:nvSpPr>
        <p:spPr>
          <a:xfrm>
            <a:off x="1969350" y="1766850"/>
            <a:ext cx="5205300" cy="160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75" name="Google Shape;75;p8"/>
          <p:cNvSpPr/>
          <p:nvPr/>
        </p:nvSpPr>
        <p:spPr>
          <a:xfrm rot="1978881" flipH="1">
            <a:off x="-1768312" y="5057105"/>
            <a:ext cx="6731944" cy="381949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6" name="Google Shape;76;p8"/>
          <p:cNvGrpSpPr/>
          <p:nvPr/>
        </p:nvGrpSpPr>
        <p:grpSpPr>
          <a:xfrm flipH="1">
            <a:off x="-2767917" y="4814449"/>
            <a:ext cx="13452615" cy="381925"/>
            <a:chOff x="-396857" y="4814449"/>
            <a:chExt cx="13452615" cy="381925"/>
          </a:xfrm>
        </p:grpSpPr>
        <p:sp>
          <p:nvSpPr>
            <p:cNvPr id="77" name="Google Shape;77;p8"/>
            <p:cNvSpPr/>
            <p:nvPr/>
          </p:nvSpPr>
          <p:spPr>
            <a:xfrm flipH="1">
              <a:off x="-396857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8"/>
            <p:cNvSpPr/>
            <p:nvPr/>
          </p:nvSpPr>
          <p:spPr>
            <a:xfrm flipH="1">
              <a:off x="6324233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9" name="Google Shape;79;p8"/>
          <p:cNvGrpSpPr/>
          <p:nvPr/>
        </p:nvGrpSpPr>
        <p:grpSpPr>
          <a:xfrm flipH="1">
            <a:off x="-2767917" y="-95676"/>
            <a:ext cx="13452615" cy="381925"/>
            <a:chOff x="-396857" y="4814449"/>
            <a:chExt cx="13452615" cy="381925"/>
          </a:xfrm>
        </p:grpSpPr>
        <p:sp>
          <p:nvSpPr>
            <p:cNvPr id="80" name="Google Shape;80;p8"/>
            <p:cNvSpPr/>
            <p:nvPr/>
          </p:nvSpPr>
          <p:spPr>
            <a:xfrm flipH="1">
              <a:off x="-396857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8"/>
            <p:cNvSpPr/>
            <p:nvPr/>
          </p:nvSpPr>
          <p:spPr>
            <a:xfrm flipH="1">
              <a:off x="6324233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2" name="Google Shape;82;p8"/>
          <p:cNvSpPr/>
          <p:nvPr/>
        </p:nvSpPr>
        <p:spPr>
          <a:xfrm rot="1978881" flipH="1">
            <a:off x="4923313" y="348530"/>
            <a:ext cx="6731944" cy="381949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9"/>
          <p:cNvSpPr/>
          <p:nvPr/>
        </p:nvSpPr>
        <p:spPr>
          <a:xfrm>
            <a:off x="1053600" y="661950"/>
            <a:ext cx="7036800" cy="38196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9"/>
          <p:cNvSpPr/>
          <p:nvPr/>
        </p:nvSpPr>
        <p:spPr>
          <a:xfrm>
            <a:off x="1053600" y="4711675"/>
            <a:ext cx="7036800" cy="33339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9"/>
          <p:cNvSpPr/>
          <p:nvPr/>
        </p:nvSpPr>
        <p:spPr>
          <a:xfrm>
            <a:off x="1053600" y="-2902075"/>
            <a:ext cx="7036800" cy="33339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9"/>
          <p:cNvSpPr txBox="1">
            <a:spLocks noGrp="1"/>
          </p:cNvSpPr>
          <p:nvPr>
            <p:ph type="title"/>
          </p:nvPr>
        </p:nvSpPr>
        <p:spPr>
          <a:xfrm>
            <a:off x="2135550" y="1716600"/>
            <a:ext cx="4872900" cy="1039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9"/>
          <p:cNvSpPr txBox="1">
            <a:spLocks noGrp="1"/>
          </p:cNvSpPr>
          <p:nvPr>
            <p:ph type="subTitle" idx="1"/>
          </p:nvPr>
        </p:nvSpPr>
        <p:spPr>
          <a:xfrm>
            <a:off x="2135550" y="2755800"/>
            <a:ext cx="4872900" cy="671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9"/>
          <p:cNvSpPr/>
          <p:nvPr/>
        </p:nvSpPr>
        <p:spPr>
          <a:xfrm rot="-5400000">
            <a:off x="5277935" y="1679968"/>
            <a:ext cx="6730852" cy="381887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9"/>
          <p:cNvSpPr/>
          <p:nvPr/>
        </p:nvSpPr>
        <p:spPr>
          <a:xfrm rot="1096965" flipH="1">
            <a:off x="4320141" y="402295"/>
            <a:ext cx="6731383" cy="381917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9"/>
          <p:cNvSpPr/>
          <p:nvPr/>
        </p:nvSpPr>
        <p:spPr>
          <a:xfrm rot="5400000" flipH="1">
            <a:off x="-2849651" y="1679968"/>
            <a:ext cx="6730852" cy="381887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9"/>
          <p:cNvSpPr/>
          <p:nvPr/>
        </p:nvSpPr>
        <p:spPr>
          <a:xfrm rot="945579">
            <a:off x="-3778070" y="4208624"/>
            <a:ext cx="6731459" cy="381921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1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1"/>
          <p:cNvSpPr/>
          <p:nvPr/>
        </p:nvSpPr>
        <p:spPr>
          <a:xfrm>
            <a:off x="1053600" y="661950"/>
            <a:ext cx="7036800" cy="38196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" name="Google Shape;100;p11"/>
          <p:cNvSpPr/>
          <p:nvPr/>
        </p:nvSpPr>
        <p:spPr>
          <a:xfrm>
            <a:off x="1053600" y="4711675"/>
            <a:ext cx="7036800" cy="33339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" name="Google Shape;101;p11"/>
          <p:cNvSpPr/>
          <p:nvPr/>
        </p:nvSpPr>
        <p:spPr>
          <a:xfrm>
            <a:off x="1053600" y="-2902075"/>
            <a:ext cx="7036800" cy="33339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11"/>
          <p:cNvSpPr txBox="1">
            <a:spLocks noGrp="1"/>
          </p:cNvSpPr>
          <p:nvPr>
            <p:ph type="title" hasCustomPrompt="1"/>
          </p:nvPr>
        </p:nvSpPr>
        <p:spPr>
          <a:xfrm>
            <a:off x="1580250" y="1812738"/>
            <a:ext cx="5983500" cy="1106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60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103" name="Google Shape;103;p11"/>
          <p:cNvSpPr txBox="1">
            <a:spLocks noGrp="1"/>
          </p:cNvSpPr>
          <p:nvPr>
            <p:ph type="subTitle" idx="1"/>
          </p:nvPr>
        </p:nvSpPr>
        <p:spPr>
          <a:xfrm>
            <a:off x="1580250" y="2919163"/>
            <a:ext cx="5983500" cy="41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04" name="Google Shape;104;p11"/>
          <p:cNvSpPr/>
          <p:nvPr/>
        </p:nvSpPr>
        <p:spPr>
          <a:xfrm rot="-7838912">
            <a:off x="6182511" y="1206915"/>
            <a:ext cx="6731349" cy="381915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05;p11"/>
          <p:cNvSpPr/>
          <p:nvPr/>
        </p:nvSpPr>
        <p:spPr>
          <a:xfrm rot="790553" flipH="1">
            <a:off x="6217240" y="457063"/>
            <a:ext cx="6730315" cy="381856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11"/>
          <p:cNvSpPr/>
          <p:nvPr/>
        </p:nvSpPr>
        <p:spPr>
          <a:xfrm rot="5400000">
            <a:off x="-2845586" y="2992279"/>
            <a:ext cx="6730179" cy="381849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" name="Google Shape;107;p11"/>
          <p:cNvSpPr/>
          <p:nvPr/>
        </p:nvSpPr>
        <p:spPr>
          <a:xfrm rot="-9828307" flipH="1">
            <a:off x="-3670938" y="4109504"/>
            <a:ext cx="6731395" cy="381918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Google Shape;110;p1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13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12" name="Google Shape;112;p13"/>
          <p:cNvSpPr txBox="1">
            <a:spLocks noGrp="1"/>
          </p:cNvSpPr>
          <p:nvPr>
            <p:ph type="subTitle" idx="1"/>
          </p:nvPr>
        </p:nvSpPr>
        <p:spPr>
          <a:xfrm>
            <a:off x="6047100" y="2216922"/>
            <a:ext cx="23769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3" name="Google Shape;113;p13"/>
          <p:cNvSpPr txBox="1">
            <a:spLocks noGrp="1"/>
          </p:cNvSpPr>
          <p:nvPr>
            <p:ph type="subTitle" idx="2"/>
          </p:nvPr>
        </p:nvSpPr>
        <p:spPr>
          <a:xfrm>
            <a:off x="6047100" y="3817200"/>
            <a:ext cx="23769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p13"/>
          <p:cNvSpPr txBox="1">
            <a:spLocks noGrp="1"/>
          </p:cNvSpPr>
          <p:nvPr>
            <p:ph type="title" idx="3" hasCustomPrompt="1"/>
          </p:nvPr>
        </p:nvSpPr>
        <p:spPr>
          <a:xfrm>
            <a:off x="5077800" y="1492875"/>
            <a:ext cx="969300" cy="8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40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r>
              <a:t>xx%</a:t>
            </a:r>
          </a:p>
        </p:txBody>
      </p:sp>
      <p:sp>
        <p:nvSpPr>
          <p:cNvPr id="115" name="Google Shape;115;p13"/>
          <p:cNvSpPr txBox="1">
            <a:spLocks noGrp="1"/>
          </p:cNvSpPr>
          <p:nvPr>
            <p:ph type="title" idx="4" hasCustomPrompt="1"/>
          </p:nvPr>
        </p:nvSpPr>
        <p:spPr>
          <a:xfrm>
            <a:off x="5077800" y="3099300"/>
            <a:ext cx="969300" cy="8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40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r>
              <a:t>xx%</a:t>
            </a:r>
          </a:p>
        </p:txBody>
      </p:sp>
      <p:sp>
        <p:nvSpPr>
          <p:cNvPr id="116" name="Google Shape;116;p13"/>
          <p:cNvSpPr txBox="1">
            <a:spLocks noGrp="1"/>
          </p:cNvSpPr>
          <p:nvPr>
            <p:ph type="subTitle" idx="5"/>
          </p:nvPr>
        </p:nvSpPr>
        <p:spPr>
          <a:xfrm>
            <a:off x="6047101" y="1492875"/>
            <a:ext cx="2376900" cy="805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endParaRPr/>
          </a:p>
        </p:txBody>
      </p:sp>
      <p:sp>
        <p:nvSpPr>
          <p:cNvPr id="117" name="Google Shape;117;p13"/>
          <p:cNvSpPr txBox="1">
            <a:spLocks noGrp="1"/>
          </p:cNvSpPr>
          <p:nvPr>
            <p:ph type="subTitle" idx="6"/>
          </p:nvPr>
        </p:nvSpPr>
        <p:spPr>
          <a:xfrm>
            <a:off x="6047101" y="3098100"/>
            <a:ext cx="2376900" cy="805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endParaRPr/>
          </a:p>
        </p:txBody>
      </p:sp>
      <p:sp>
        <p:nvSpPr>
          <p:cNvPr id="118" name="Google Shape;118;p13"/>
          <p:cNvSpPr txBox="1">
            <a:spLocks noGrp="1"/>
          </p:cNvSpPr>
          <p:nvPr>
            <p:ph type="subTitle" idx="7"/>
          </p:nvPr>
        </p:nvSpPr>
        <p:spPr>
          <a:xfrm>
            <a:off x="1696525" y="2216922"/>
            <a:ext cx="23769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9" name="Google Shape;119;p13"/>
          <p:cNvSpPr txBox="1">
            <a:spLocks noGrp="1"/>
          </p:cNvSpPr>
          <p:nvPr>
            <p:ph type="subTitle" idx="8"/>
          </p:nvPr>
        </p:nvSpPr>
        <p:spPr>
          <a:xfrm>
            <a:off x="1696525" y="3817200"/>
            <a:ext cx="23769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0" name="Google Shape;120;p13"/>
          <p:cNvSpPr txBox="1">
            <a:spLocks noGrp="1"/>
          </p:cNvSpPr>
          <p:nvPr>
            <p:ph type="title" idx="9" hasCustomPrompt="1"/>
          </p:nvPr>
        </p:nvSpPr>
        <p:spPr>
          <a:xfrm>
            <a:off x="727225" y="1492875"/>
            <a:ext cx="969300" cy="8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40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r>
              <a:t>xx%</a:t>
            </a:r>
          </a:p>
        </p:txBody>
      </p:sp>
      <p:sp>
        <p:nvSpPr>
          <p:cNvPr id="121" name="Google Shape;121;p13"/>
          <p:cNvSpPr txBox="1">
            <a:spLocks noGrp="1"/>
          </p:cNvSpPr>
          <p:nvPr>
            <p:ph type="title" idx="13" hasCustomPrompt="1"/>
          </p:nvPr>
        </p:nvSpPr>
        <p:spPr>
          <a:xfrm>
            <a:off x="727225" y="3099300"/>
            <a:ext cx="969300" cy="8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40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000"/>
              <a:buFont typeface="Bakbak One"/>
              <a:buNone/>
              <a:defRPr sz="4000"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r>
              <a:t>xx%</a:t>
            </a:r>
          </a:p>
        </p:txBody>
      </p:sp>
      <p:sp>
        <p:nvSpPr>
          <p:cNvPr id="122" name="Google Shape;122;p13"/>
          <p:cNvSpPr txBox="1">
            <a:spLocks noGrp="1"/>
          </p:cNvSpPr>
          <p:nvPr>
            <p:ph type="subTitle" idx="14"/>
          </p:nvPr>
        </p:nvSpPr>
        <p:spPr>
          <a:xfrm>
            <a:off x="1696526" y="1492875"/>
            <a:ext cx="2376900" cy="805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endParaRPr/>
          </a:p>
        </p:txBody>
      </p:sp>
      <p:sp>
        <p:nvSpPr>
          <p:cNvPr id="123" name="Google Shape;123;p13"/>
          <p:cNvSpPr txBox="1">
            <a:spLocks noGrp="1"/>
          </p:cNvSpPr>
          <p:nvPr>
            <p:ph type="subTitle" idx="15"/>
          </p:nvPr>
        </p:nvSpPr>
        <p:spPr>
          <a:xfrm>
            <a:off x="1696526" y="3098100"/>
            <a:ext cx="2376900" cy="805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endParaRPr/>
          </a:p>
        </p:txBody>
      </p:sp>
      <p:sp>
        <p:nvSpPr>
          <p:cNvPr id="124" name="Google Shape;124;p13"/>
          <p:cNvSpPr/>
          <p:nvPr/>
        </p:nvSpPr>
        <p:spPr>
          <a:xfrm rot="-1096965">
            <a:off x="-2547972" y="140920"/>
            <a:ext cx="6731383" cy="381917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13"/>
          <p:cNvSpPr/>
          <p:nvPr/>
        </p:nvSpPr>
        <p:spPr>
          <a:xfrm rot="-3011842">
            <a:off x="5576367" y="4085877"/>
            <a:ext cx="6731051" cy="381898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6" name="Google Shape;126;p13"/>
          <p:cNvSpPr/>
          <p:nvPr/>
        </p:nvSpPr>
        <p:spPr>
          <a:xfrm rot="-1096965">
            <a:off x="4494953" y="4863395"/>
            <a:ext cx="6731383" cy="381917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BLANK_1_1"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8" name="Google Shape;128;p1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14"/>
          <p:cNvSpPr/>
          <p:nvPr/>
        </p:nvSpPr>
        <p:spPr>
          <a:xfrm>
            <a:off x="1053600" y="661950"/>
            <a:ext cx="7036800" cy="38196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14"/>
          <p:cNvSpPr/>
          <p:nvPr/>
        </p:nvSpPr>
        <p:spPr>
          <a:xfrm>
            <a:off x="1053600" y="4711675"/>
            <a:ext cx="7036800" cy="33339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p14"/>
          <p:cNvSpPr/>
          <p:nvPr/>
        </p:nvSpPr>
        <p:spPr>
          <a:xfrm>
            <a:off x="1053600" y="-2902075"/>
            <a:ext cx="7036800" cy="33339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14"/>
          <p:cNvSpPr txBox="1">
            <a:spLocks noGrp="1"/>
          </p:cNvSpPr>
          <p:nvPr>
            <p:ph type="title"/>
          </p:nvPr>
        </p:nvSpPr>
        <p:spPr>
          <a:xfrm>
            <a:off x="2391900" y="3044988"/>
            <a:ext cx="4360200" cy="53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133" name="Google Shape;133;p14"/>
          <p:cNvSpPr txBox="1">
            <a:spLocks noGrp="1"/>
          </p:cNvSpPr>
          <p:nvPr>
            <p:ph type="subTitle" idx="1"/>
          </p:nvPr>
        </p:nvSpPr>
        <p:spPr>
          <a:xfrm>
            <a:off x="1226400" y="1566588"/>
            <a:ext cx="6691200" cy="147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134" name="Google Shape;134;p14"/>
          <p:cNvSpPr/>
          <p:nvPr/>
        </p:nvSpPr>
        <p:spPr>
          <a:xfrm rot="-5400000">
            <a:off x="5258778" y="4413033"/>
            <a:ext cx="6731525" cy="381925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14"/>
          <p:cNvSpPr/>
          <p:nvPr/>
        </p:nvSpPr>
        <p:spPr>
          <a:xfrm rot="-8100000">
            <a:off x="5901454" y="1685971"/>
            <a:ext cx="6730508" cy="381867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Google Shape;136;p14"/>
          <p:cNvSpPr/>
          <p:nvPr/>
        </p:nvSpPr>
        <p:spPr>
          <a:xfrm rot="5400000" flipH="1">
            <a:off x="-2845586" y="255740"/>
            <a:ext cx="6730179" cy="381849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14"/>
          <p:cNvSpPr/>
          <p:nvPr/>
        </p:nvSpPr>
        <p:spPr>
          <a:xfrm rot="2098451">
            <a:off x="-3556628" y="3119988"/>
            <a:ext cx="6731440" cy="381920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"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9" name="Google Shape;139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15"/>
          <p:cNvSpPr txBox="1">
            <a:spLocks noGrp="1"/>
          </p:cNvSpPr>
          <p:nvPr>
            <p:ph type="title"/>
          </p:nvPr>
        </p:nvSpPr>
        <p:spPr>
          <a:xfrm>
            <a:off x="4702363" y="1354363"/>
            <a:ext cx="3594000" cy="163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41" name="Google Shape;141;p15"/>
          <p:cNvSpPr txBox="1">
            <a:spLocks noGrp="1"/>
          </p:cNvSpPr>
          <p:nvPr>
            <p:ph type="subTitle" idx="1"/>
          </p:nvPr>
        </p:nvSpPr>
        <p:spPr>
          <a:xfrm>
            <a:off x="4702513" y="2986350"/>
            <a:ext cx="3594000" cy="78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2" name="Google Shape;142;p15"/>
          <p:cNvSpPr>
            <a:spLocks noGrp="1"/>
          </p:cNvSpPr>
          <p:nvPr>
            <p:ph type="pic" idx="2"/>
          </p:nvPr>
        </p:nvSpPr>
        <p:spPr>
          <a:xfrm flipH="1">
            <a:off x="847488" y="690300"/>
            <a:ext cx="3466200" cy="37629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3" name="Google Shape;143;p15"/>
          <p:cNvSpPr/>
          <p:nvPr/>
        </p:nvSpPr>
        <p:spPr>
          <a:xfrm rot="2929168" flipH="1">
            <a:off x="-2652365" y="478507"/>
            <a:ext cx="6731179" cy="381905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4" name="Google Shape;144;p15"/>
          <p:cNvSpPr/>
          <p:nvPr/>
        </p:nvSpPr>
        <p:spPr>
          <a:xfrm rot="-1096965">
            <a:off x="-3695622" y="478495"/>
            <a:ext cx="6731383" cy="381917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15"/>
          <p:cNvSpPr/>
          <p:nvPr/>
        </p:nvSpPr>
        <p:spPr>
          <a:xfrm rot="3333879" flipH="1">
            <a:off x="4964779" y="98793"/>
            <a:ext cx="6731812" cy="381941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46" name="Google Shape;146;p15"/>
          <p:cNvGrpSpPr/>
          <p:nvPr/>
        </p:nvGrpSpPr>
        <p:grpSpPr>
          <a:xfrm flipH="1">
            <a:off x="-2767917" y="4814449"/>
            <a:ext cx="13452615" cy="381925"/>
            <a:chOff x="-396857" y="4814449"/>
            <a:chExt cx="13452615" cy="381925"/>
          </a:xfrm>
        </p:grpSpPr>
        <p:sp>
          <p:nvSpPr>
            <p:cNvPr id="147" name="Google Shape;147;p15"/>
            <p:cNvSpPr/>
            <p:nvPr/>
          </p:nvSpPr>
          <p:spPr>
            <a:xfrm flipH="1">
              <a:off x="-396857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" name="Google Shape;148;p15"/>
            <p:cNvSpPr/>
            <p:nvPr/>
          </p:nvSpPr>
          <p:spPr>
            <a:xfrm flipH="1">
              <a:off x="6324233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4"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1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16"/>
          <p:cNvSpPr txBox="1">
            <a:spLocks noGrp="1"/>
          </p:cNvSpPr>
          <p:nvPr>
            <p:ph type="title"/>
          </p:nvPr>
        </p:nvSpPr>
        <p:spPr>
          <a:xfrm>
            <a:off x="720000" y="1640400"/>
            <a:ext cx="2734500" cy="1133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52" name="Google Shape;152;p16"/>
          <p:cNvSpPr txBox="1">
            <a:spLocks noGrp="1"/>
          </p:cNvSpPr>
          <p:nvPr>
            <p:ph type="subTitle" idx="1"/>
          </p:nvPr>
        </p:nvSpPr>
        <p:spPr>
          <a:xfrm>
            <a:off x="720000" y="2697925"/>
            <a:ext cx="2734500" cy="99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3" name="Google Shape;153;p16"/>
          <p:cNvSpPr/>
          <p:nvPr/>
        </p:nvSpPr>
        <p:spPr>
          <a:xfrm rot="2961088">
            <a:off x="-3506765" y="3679338"/>
            <a:ext cx="6731349" cy="381915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4" name="Google Shape;154;p16"/>
          <p:cNvSpPr/>
          <p:nvPr/>
        </p:nvSpPr>
        <p:spPr>
          <a:xfrm rot="-10009447" flipH="1">
            <a:off x="-3540460" y="4429249"/>
            <a:ext cx="6730315" cy="381856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p16"/>
          <p:cNvSpPr/>
          <p:nvPr/>
        </p:nvSpPr>
        <p:spPr>
          <a:xfrm rot="-5400000">
            <a:off x="5274853" y="-49060"/>
            <a:ext cx="6730179" cy="381849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16"/>
          <p:cNvSpPr/>
          <p:nvPr/>
        </p:nvSpPr>
        <p:spPr>
          <a:xfrm flipH="1">
            <a:off x="1736559" y="157571"/>
            <a:ext cx="6731525" cy="381925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CUSTOM_4_1"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1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17"/>
          <p:cNvSpPr/>
          <p:nvPr/>
        </p:nvSpPr>
        <p:spPr>
          <a:xfrm rot="5400000" flipH="1">
            <a:off x="-2867214" y="2380796"/>
            <a:ext cx="6731525" cy="381925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p17"/>
          <p:cNvSpPr/>
          <p:nvPr/>
        </p:nvSpPr>
        <p:spPr>
          <a:xfrm rot="8100000" flipH="1">
            <a:off x="-3508873" y="1685971"/>
            <a:ext cx="6730508" cy="381867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1" name="Google Shape;161;p17"/>
          <p:cNvSpPr/>
          <p:nvPr/>
        </p:nvSpPr>
        <p:spPr>
          <a:xfrm rot="-2098451" flipH="1">
            <a:off x="5929228" y="4053438"/>
            <a:ext cx="6731440" cy="381920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p17"/>
          <p:cNvSpPr txBox="1">
            <a:spLocks noGrp="1"/>
          </p:cNvSpPr>
          <p:nvPr>
            <p:ph type="title"/>
          </p:nvPr>
        </p:nvSpPr>
        <p:spPr>
          <a:xfrm>
            <a:off x="5696275" y="1640400"/>
            <a:ext cx="2734500" cy="1133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63" name="Google Shape;163;p17"/>
          <p:cNvSpPr txBox="1">
            <a:spLocks noGrp="1"/>
          </p:cNvSpPr>
          <p:nvPr>
            <p:ph type="subTitle" idx="1"/>
          </p:nvPr>
        </p:nvSpPr>
        <p:spPr>
          <a:xfrm>
            <a:off x="5696275" y="2697925"/>
            <a:ext cx="2734500" cy="99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4" name="Google Shape;164;p17"/>
          <p:cNvSpPr/>
          <p:nvPr/>
        </p:nvSpPr>
        <p:spPr>
          <a:xfrm rot="2865128" flipH="1">
            <a:off x="4734870" y="-327924"/>
            <a:ext cx="6731132" cy="381903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3">
  <p:cSld name="CUSTOM_15"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Google Shape;166;p1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18"/>
          <p:cNvSpPr/>
          <p:nvPr/>
        </p:nvSpPr>
        <p:spPr>
          <a:xfrm rot="1096965" flipH="1">
            <a:off x="4853760" y="649170"/>
            <a:ext cx="6731383" cy="381917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p18"/>
          <p:cNvSpPr/>
          <p:nvPr/>
        </p:nvSpPr>
        <p:spPr>
          <a:xfrm rot="-2929168">
            <a:off x="4987407" y="1107257"/>
            <a:ext cx="6731179" cy="381905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9" name="Google Shape;169;p18"/>
          <p:cNvSpPr txBox="1">
            <a:spLocks noGrp="1"/>
          </p:cNvSpPr>
          <p:nvPr>
            <p:ph type="title"/>
          </p:nvPr>
        </p:nvSpPr>
        <p:spPr>
          <a:xfrm flipH="1">
            <a:off x="903525" y="975500"/>
            <a:ext cx="3547800" cy="1095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70" name="Google Shape;170;p18"/>
          <p:cNvSpPr txBox="1">
            <a:spLocks noGrp="1"/>
          </p:cNvSpPr>
          <p:nvPr>
            <p:ph type="subTitle" idx="1"/>
          </p:nvPr>
        </p:nvSpPr>
        <p:spPr>
          <a:xfrm flipH="1">
            <a:off x="903215" y="2070800"/>
            <a:ext cx="3547800" cy="238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AutoNum type="arabicPeriod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mo"/>
              <a:buAutoNum type="alphaLcPeriod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mo"/>
              <a:buAutoNum type="romanLcPeriod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mo"/>
              <a:buAutoNum type="arabicPeriod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mo"/>
              <a:buAutoNum type="alphaLcPeriod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mo"/>
              <a:buAutoNum type="romanLcPeriod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mo"/>
              <a:buAutoNum type="arabicPeriod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mo"/>
              <a:buAutoNum type="alphaLcPeriod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mo"/>
              <a:buAutoNum type="romanLcPeriod"/>
              <a:defRPr/>
            </a:lvl9pPr>
          </a:lstStyle>
          <a:p>
            <a:endParaRPr/>
          </a:p>
        </p:txBody>
      </p:sp>
      <p:sp>
        <p:nvSpPr>
          <p:cNvPr id="171" name="Google Shape;171;p18"/>
          <p:cNvSpPr>
            <a:spLocks noGrp="1"/>
          </p:cNvSpPr>
          <p:nvPr>
            <p:ph type="pic" idx="2"/>
          </p:nvPr>
        </p:nvSpPr>
        <p:spPr>
          <a:xfrm>
            <a:off x="4774563" y="690300"/>
            <a:ext cx="3466200" cy="37629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grpSp>
        <p:nvGrpSpPr>
          <p:cNvPr id="172" name="Google Shape;172;p18"/>
          <p:cNvGrpSpPr/>
          <p:nvPr/>
        </p:nvGrpSpPr>
        <p:grpSpPr>
          <a:xfrm>
            <a:off x="-6486926" y="4814449"/>
            <a:ext cx="13452615" cy="381925"/>
            <a:chOff x="-396857" y="4814449"/>
            <a:chExt cx="13452615" cy="381925"/>
          </a:xfrm>
        </p:grpSpPr>
        <p:sp>
          <p:nvSpPr>
            <p:cNvPr id="173" name="Google Shape;173;p18"/>
            <p:cNvSpPr/>
            <p:nvPr/>
          </p:nvSpPr>
          <p:spPr>
            <a:xfrm flipH="1">
              <a:off x="-396857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" name="Google Shape;174;p18"/>
            <p:cNvSpPr/>
            <p:nvPr/>
          </p:nvSpPr>
          <p:spPr>
            <a:xfrm flipH="1">
              <a:off x="6324233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75" name="Google Shape;175;p18"/>
          <p:cNvSpPr/>
          <p:nvPr/>
        </p:nvSpPr>
        <p:spPr>
          <a:xfrm rot="5400000">
            <a:off x="-2931774" y="3909707"/>
            <a:ext cx="6731525" cy="381925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5"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4" name="Google Shape;224;p2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5" name="Google Shape;225;p24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226" name="Google Shape;226;p24"/>
          <p:cNvSpPr txBox="1">
            <a:spLocks noGrp="1"/>
          </p:cNvSpPr>
          <p:nvPr>
            <p:ph type="subTitle" idx="1"/>
          </p:nvPr>
        </p:nvSpPr>
        <p:spPr>
          <a:xfrm>
            <a:off x="4729100" y="1425870"/>
            <a:ext cx="1978200" cy="50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7" name="Google Shape;227;p24"/>
          <p:cNvSpPr txBox="1">
            <a:spLocks noGrp="1"/>
          </p:cNvSpPr>
          <p:nvPr>
            <p:ph type="subTitle" idx="2"/>
          </p:nvPr>
        </p:nvSpPr>
        <p:spPr>
          <a:xfrm>
            <a:off x="4729100" y="2176750"/>
            <a:ext cx="1978200" cy="50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8" name="Google Shape;228;p24"/>
          <p:cNvSpPr txBox="1">
            <a:spLocks noGrp="1"/>
          </p:cNvSpPr>
          <p:nvPr>
            <p:ph type="subTitle" idx="3"/>
          </p:nvPr>
        </p:nvSpPr>
        <p:spPr>
          <a:xfrm>
            <a:off x="4729100" y="2927625"/>
            <a:ext cx="1978200" cy="50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9" name="Google Shape;229;p24"/>
          <p:cNvSpPr txBox="1">
            <a:spLocks noGrp="1"/>
          </p:cNvSpPr>
          <p:nvPr>
            <p:ph type="subTitle" idx="4"/>
          </p:nvPr>
        </p:nvSpPr>
        <p:spPr>
          <a:xfrm>
            <a:off x="4729100" y="3678500"/>
            <a:ext cx="1978200" cy="50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0" name="Google Shape;230;p24"/>
          <p:cNvSpPr txBox="1">
            <a:spLocks noGrp="1"/>
          </p:cNvSpPr>
          <p:nvPr>
            <p:ph type="subTitle" idx="5"/>
          </p:nvPr>
        </p:nvSpPr>
        <p:spPr>
          <a:xfrm>
            <a:off x="3039200" y="1425870"/>
            <a:ext cx="1689900" cy="50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endParaRPr/>
          </a:p>
        </p:txBody>
      </p:sp>
      <p:sp>
        <p:nvSpPr>
          <p:cNvPr id="231" name="Google Shape;231;p24"/>
          <p:cNvSpPr txBox="1">
            <a:spLocks noGrp="1"/>
          </p:cNvSpPr>
          <p:nvPr>
            <p:ph type="subTitle" idx="6"/>
          </p:nvPr>
        </p:nvSpPr>
        <p:spPr>
          <a:xfrm>
            <a:off x="3039200" y="2927625"/>
            <a:ext cx="1689900" cy="50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endParaRPr/>
          </a:p>
        </p:txBody>
      </p:sp>
      <p:sp>
        <p:nvSpPr>
          <p:cNvPr id="232" name="Google Shape;232;p24"/>
          <p:cNvSpPr txBox="1">
            <a:spLocks noGrp="1"/>
          </p:cNvSpPr>
          <p:nvPr>
            <p:ph type="subTitle" idx="7"/>
          </p:nvPr>
        </p:nvSpPr>
        <p:spPr>
          <a:xfrm>
            <a:off x="3039200" y="2176750"/>
            <a:ext cx="1689900" cy="50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endParaRPr/>
          </a:p>
        </p:txBody>
      </p:sp>
      <p:sp>
        <p:nvSpPr>
          <p:cNvPr id="233" name="Google Shape;233;p24"/>
          <p:cNvSpPr txBox="1">
            <a:spLocks noGrp="1"/>
          </p:cNvSpPr>
          <p:nvPr>
            <p:ph type="subTitle" idx="8"/>
          </p:nvPr>
        </p:nvSpPr>
        <p:spPr>
          <a:xfrm>
            <a:off x="3039200" y="3678500"/>
            <a:ext cx="1689900" cy="50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Font typeface="Bakbak One"/>
              <a:buNone/>
              <a:defRPr sz="2300"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endParaRPr/>
          </a:p>
        </p:txBody>
      </p:sp>
      <p:sp>
        <p:nvSpPr>
          <p:cNvPr id="234" name="Google Shape;234;p24"/>
          <p:cNvSpPr/>
          <p:nvPr/>
        </p:nvSpPr>
        <p:spPr>
          <a:xfrm rot="5400000" flipH="1">
            <a:off x="-2843134" y="2380807"/>
            <a:ext cx="6730852" cy="381887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24"/>
          <p:cNvSpPr/>
          <p:nvPr/>
        </p:nvSpPr>
        <p:spPr>
          <a:xfrm rot="-1096965">
            <a:off x="-3695622" y="478495"/>
            <a:ext cx="6731383" cy="381917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6" name="Google Shape;236;p24"/>
          <p:cNvSpPr/>
          <p:nvPr/>
        </p:nvSpPr>
        <p:spPr>
          <a:xfrm rot="-1952464" flipH="1">
            <a:off x="4812684" y="4708084"/>
            <a:ext cx="6731476" cy="381922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7" name="Google Shape;237;p24"/>
          <p:cNvSpPr/>
          <p:nvPr/>
        </p:nvSpPr>
        <p:spPr>
          <a:xfrm rot="3333879" flipH="1">
            <a:off x="5064867" y="60693"/>
            <a:ext cx="6731812" cy="381941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CUSTOM_13"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Google Shape;258;p2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59" name="Google Shape;259;p26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>
                <a:latin typeface="Didact Gothic"/>
                <a:ea typeface="Didact Gothic"/>
                <a:cs typeface="Didact Gothic"/>
                <a:sym typeface="Didact Gothic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>
                <a:latin typeface="Didact Gothic"/>
                <a:ea typeface="Didact Gothic"/>
                <a:cs typeface="Didact Gothic"/>
                <a:sym typeface="Didact Gothic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>
                <a:latin typeface="Didact Gothic"/>
                <a:ea typeface="Didact Gothic"/>
                <a:cs typeface="Didact Gothic"/>
                <a:sym typeface="Didact Gothic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>
                <a:latin typeface="Didact Gothic"/>
                <a:ea typeface="Didact Gothic"/>
                <a:cs typeface="Didact Gothic"/>
                <a:sym typeface="Didact Gothic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>
                <a:latin typeface="Didact Gothic"/>
                <a:ea typeface="Didact Gothic"/>
                <a:cs typeface="Didact Gothic"/>
                <a:sym typeface="Didact Gothic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>
                <a:latin typeface="Didact Gothic"/>
                <a:ea typeface="Didact Gothic"/>
                <a:cs typeface="Didact Gothic"/>
                <a:sym typeface="Didact Gothic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>
                <a:latin typeface="Didact Gothic"/>
                <a:ea typeface="Didact Gothic"/>
                <a:cs typeface="Didact Gothic"/>
                <a:sym typeface="Didact Gothic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endParaRPr/>
          </a:p>
        </p:txBody>
      </p:sp>
      <p:sp>
        <p:nvSpPr>
          <p:cNvPr id="260" name="Google Shape;260;p26"/>
          <p:cNvSpPr/>
          <p:nvPr/>
        </p:nvSpPr>
        <p:spPr>
          <a:xfrm rot="909127">
            <a:off x="-3349421" y="4623793"/>
            <a:ext cx="6731976" cy="381951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61" name="Google Shape;261;p26"/>
          <p:cNvGrpSpPr/>
          <p:nvPr/>
        </p:nvGrpSpPr>
        <p:grpSpPr>
          <a:xfrm rot="10800000">
            <a:off x="-1282017" y="2"/>
            <a:ext cx="13452615" cy="381925"/>
            <a:chOff x="-396857" y="4814449"/>
            <a:chExt cx="13452615" cy="381925"/>
          </a:xfrm>
        </p:grpSpPr>
        <p:sp>
          <p:nvSpPr>
            <p:cNvPr id="262" name="Google Shape;262;p26"/>
            <p:cNvSpPr/>
            <p:nvPr/>
          </p:nvSpPr>
          <p:spPr>
            <a:xfrm flipH="1">
              <a:off x="-396857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Google Shape;263;p26"/>
            <p:cNvSpPr/>
            <p:nvPr/>
          </p:nvSpPr>
          <p:spPr>
            <a:xfrm flipH="1">
              <a:off x="6324233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64" name="Google Shape;264;p26"/>
          <p:cNvSpPr/>
          <p:nvPr/>
        </p:nvSpPr>
        <p:spPr>
          <a:xfrm rot="8821119">
            <a:off x="5151913" y="4623822"/>
            <a:ext cx="6731944" cy="381949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5" name="Google Shape;265;p26"/>
          <p:cNvSpPr/>
          <p:nvPr/>
        </p:nvSpPr>
        <p:spPr>
          <a:xfrm rot="3827464">
            <a:off x="-3554128" y="2913457"/>
            <a:ext cx="6732354" cy="381972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3_1"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7" name="Google Shape;327;p3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28" name="Google Shape;328;p31"/>
          <p:cNvSpPr/>
          <p:nvPr/>
        </p:nvSpPr>
        <p:spPr>
          <a:xfrm>
            <a:off x="1053600" y="661950"/>
            <a:ext cx="7036800" cy="38196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9" name="Google Shape;329;p31"/>
          <p:cNvSpPr/>
          <p:nvPr/>
        </p:nvSpPr>
        <p:spPr>
          <a:xfrm>
            <a:off x="1053600" y="4711675"/>
            <a:ext cx="7036800" cy="33339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0" name="Google Shape;330;p31"/>
          <p:cNvSpPr/>
          <p:nvPr/>
        </p:nvSpPr>
        <p:spPr>
          <a:xfrm>
            <a:off x="1053600" y="-2902075"/>
            <a:ext cx="7036800" cy="33339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1" name="Google Shape;331;p31"/>
          <p:cNvSpPr txBox="1">
            <a:spLocks noGrp="1"/>
          </p:cNvSpPr>
          <p:nvPr>
            <p:ph type="title"/>
          </p:nvPr>
        </p:nvSpPr>
        <p:spPr>
          <a:xfrm>
            <a:off x="2347938" y="795695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332" name="Google Shape;332;p31"/>
          <p:cNvSpPr txBox="1">
            <a:spLocks noGrp="1"/>
          </p:cNvSpPr>
          <p:nvPr>
            <p:ph type="subTitle" idx="1"/>
          </p:nvPr>
        </p:nvSpPr>
        <p:spPr>
          <a:xfrm>
            <a:off x="2347900" y="171152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3" name="Google Shape;333;p31"/>
          <p:cNvSpPr txBox="1"/>
          <p:nvPr/>
        </p:nvSpPr>
        <p:spPr>
          <a:xfrm>
            <a:off x="2099100" y="3497650"/>
            <a:ext cx="49458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CREDITS:</a:t>
            </a:r>
            <a:r>
              <a:rPr lang="en" sz="120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 This presentation template was created by </a:t>
            </a:r>
            <a:r>
              <a:rPr lang="en" sz="1200" b="1">
                <a:solidFill>
                  <a:schemeClr val="dk1"/>
                </a:solidFill>
                <a:uFill>
                  <a:noFill/>
                </a:uFill>
                <a:latin typeface="Didact Gothic"/>
                <a:ea typeface="Didact Gothic"/>
                <a:cs typeface="Didact Gothic"/>
                <a:sym typeface="Didact Gothic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, and includes icons by </a:t>
            </a:r>
            <a:r>
              <a:rPr lang="en" sz="1200" b="1">
                <a:solidFill>
                  <a:schemeClr val="dk1"/>
                </a:solidFill>
                <a:uFill>
                  <a:noFill/>
                </a:uFill>
                <a:latin typeface="Didact Gothic"/>
                <a:ea typeface="Didact Gothic"/>
                <a:cs typeface="Didact Gothic"/>
                <a:sym typeface="Didact Gothic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, and infographics &amp; images by </a:t>
            </a:r>
            <a:r>
              <a:rPr lang="en" sz="1200" b="1">
                <a:solidFill>
                  <a:schemeClr val="dk1"/>
                </a:solidFill>
                <a:uFill>
                  <a:noFill/>
                </a:uFill>
                <a:latin typeface="Didact Gothic"/>
                <a:ea typeface="Didact Gothic"/>
                <a:cs typeface="Didact Gothic"/>
                <a:sym typeface="Didact Gothic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 </a:t>
            </a:r>
            <a:endParaRPr sz="1200" b="1">
              <a:solidFill>
                <a:schemeClr val="dk1"/>
              </a:solidFill>
              <a:latin typeface="Didact Gothic"/>
              <a:ea typeface="Didact Gothic"/>
              <a:cs typeface="Didact Gothic"/>
              <a:sym typeface="Didact Gothic"/>
            </a:endParaRPr>
          </a:p>
        </p:txBody>
      </p:sp>
      <p:sp>
        <p:nvSpPr>
          <p:cNvPr id="334" name="Google Shape;334;p31"/>
          <p:cNvSpPr/>
          <p:nvPr/>
        </p:nvSpPr>
        <p:spPr>
          <a:xfrm rot="-1096965">
            <a:off x="-2574697" y="348545"/>
            <a:ext cx="6731383" cy="381917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5" name="Google Shape;335;p31"/>
          <p:cNvSpPr/>
          <p:nvPr/>
        </p:nvSpPr>
        <p:spPr>
          <a:xfrm rot="7610406" flipH="1">
            <a:off x="-2744913" y="1122303"/>
            <a:ext cx="6730583" cy="381872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6" name="Google Shape;336;p31"/>
          <p:cNvSpPr/>
          <p:nvPr/>
        </p:nvSpPr>
        <p:spPr>
          <a:xfrm rot="-4965633">
            <a:off x="5342112" y="2990407"/>
            <a:ext cx="6730655" cy="381876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7" name="Google Shape;337;p31"/>
          <p:cNvSpPr/>
          <p:nvPr/>
        </p:nvSpPr>
        <p:spPr>
          <a:xfrm rot="-945579" flipH="1">
            <a:off x="5927085" y="4294349"/>
            <a:ext cx="6731459" cy="381921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3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32"/>
          <p:cNvSpPr/>
          <p:nvPr/>
        </p:nvSpPr>
        <p:spPr>
          <a:xfrm rot="-2961088" flipH="1">
            <a:off x="5539224" y="3599238"/>
            <a:ext cx="6731349" cy="381915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1" name="Google Shape;341;p32"/>
          <p:cNvSpPr/>
          <p:nvPr/>
        </p:nvSpPr>
        <p:spPr>
          <a:xfrm rot="10009447">
            <a:off x="5435540" y="4429249"/>
            <a:ext cx="6730315" cy="381856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" name="Google Shape;342;p32"/>
          <p:cNvSpPr/>
          <p:nvPr/>
        </p:nvSpPr>
        <p:spPr>
          <a:xfrm rot="5400000" flipH="1">
            <a:off x="-2845586" y="-49060"/>
            <a:ext cx="6730179" cy="381849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3" name="Google Shape;343;p32"/>
          <p:cNvSpPr/>
          <p:nvPr/>
        </p:nvSpPr>
        <p:spPr>
          <a:xfrm rot="-971693">
            <a:off x="-3575688" y="403196"/>
            <a:ext cx="6731395" cy="381918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5" name="Google Shape;345;p3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46" name="Google Shape;346;p33"/>
          <p:cNvSpPr/>
          <p:nvPr/>
        </p:nvSpPr>
        <p:spPr>
          <a:xfrm>
            <a:off x="1053600" y="661950"/>
            <a:ext cx="7036800" cy="38196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7" name="Google Shape;347;p33"/>
          <p:cNvSpPr/>
          <p:nvPr/>
        </p:nvSpPr>
        <p:spPr>
          <a:xfrm>
            <a:off x="1053600" y="4711675"/>
            <a:ext cx="7036800" cy="33339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8" name="Google Shape;348;p33"/>
          <p:cNvSpPr/>
          <p:nvPr/>
        </p:nvSpPr>
        <p:spPr>
          <a:xfrm>
            <a:off x="1053600" y="-2902075"/>
            <a:ext cx="7036800" cy="3333900"/>
          </a:xfrm>
          <a:prstGeom prst="roundRect">
            <a:avLst>
              <a:gd name="adj" fmla="val 16667"/>
            </a:avLst>
          </a:prstGeom>
          <a:solidFill>
            <a:srgbClr val="EEEAEA">
              <a:alpha val="155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9" name="Google Shape;349;p33"/>
          <p:cNvSpPr/>
          <p:nvPr/>
        </p:nvSpPr>
        <p:spPr>
          <a:xfrm rot="-1978881">
            <a:off x="-3206391" y="348530"/>
            <a:ext cx="6731944" cy="381949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0" name="Google Shape;350;p33"/>
          <p:cNvSpPr/>
          <p:nvPr/>
        </p:nvSpPr>
        <p:spPr>
          <a:xfrm rot="-1978881">
            <a:off x="4094834" y="5361905"/>
            <a:ext cx="6731944" cy="381949"/>
          </a:xfrm>
          <a:custGeom>
            <a:avLst/>
            <a:gdLst/>
            <a:ahLst/>
            <a:cxnLst/>
            <a:rect l="l" t="t" r="r" b="b"/>
            <a:pathLst>
              <a:path w="269261" h="15277" extrusionOk="0">
                <a:moveTo>
                  <a:pt x="11740" y="1822"/>
                </a:moveTo>
                <a:cubicBezTo>
                  <a:pt x="13181" y="1822"/>
                  <a:pt x="14347" y="3001"/>
                  <a:pt x="14347" y="4442"/>
                </a:cubicBezTo>
                <a:lnTo>
                  <a:pt x="14347" y="10847"/>
                </a:lnTo>
                <a:cubicBezTo>
                  <a:pt x="14347" y="12288"/>
                  <a:pt x="13181" y="13455"/>
                  <a:pt x="11740" y="13455"/>
                </a:cubicBezTo>
                <a:lnTo>
                  <a:pt x="6989" y="13455"/>
                </a:lnTo>
                <a:cubicBezTo>
                  <a:pt x="5549" y="13455"/>
                  <a:pt x="4382" y="12288"/>
                  <a:pt x="4382" y="10847"/>
                </a:cubicBezTo>
                <a:lnTo>
                  <a:pt x="4382" y="4442"/>
                </a:lnTo>
                <a:cubicBezTo>
                  <a:pt x="4382" y="3001"/>
                  <a:pt x="5549" y="1822"/>
                  <a:pt x="6989" y="1822"/>
                </a:cubicBezTo>
                <a:close/>
                <a:moveTo>
                  <a:pt x="25587" y="1822"/>
                </a:moveTo>
                <a:cubicBezTo>
                  <a:pt x="27028" y="1822"/>
                  <a:pt x="28206" y="3001"/>
                  <a:pt x="28206" y="4442"/>
                </a:cubicBezTo>
                <a:lnTo>
                  <a:pt x="28206" y="10847"/>
                </a:lnTo>
                <a:cubicBezTo>
                  <a:pt x="28206" y="12288"/>
                  <a:pt x="27039" y="13455"/>
                  <a:pt x="25587" y="13455"/>
                </a:cubicBezTo>
                <a:lnTo>
                  <a:pt x="20848" y="13455"/>
                </a:lnTo>
                <a:cubicBezTo>
                  <a:pt x="19408" y="13455"/>
                  <a:pt x="18229" y="12288"/>
                  <a:pt x="18229" y="10847"/>
                </a:cubicBezTo>
                <a:lnTo>
                  <a:pt x="18229" y="4442"/>
                </a:lnTo>
                <a:cubicBezTo>
                  <a:pt x="18229" y="3001"/>
                  <a:pt x="19408" y="1822"/>
                  <a:pt x="20848" y="1822"/>
                </a:cubicBezTo>
                <a:close/>
                <a:moveTo>
                  <a:pt x="39446" y="1822"/>
                </a:moveTo>
                <a:cubicBezTo>
                  <a:pt x="40886" y="1822"/>
                  <a:pt x="42053" y="3001"/>
                  <a:pt x="42053" y="4442"/>
                </a:cubicBezTo>
                <a:lnTo>
                  <a:pt x="42053" y="10847"/>
                </a:lnTo>
                <a:cubicBezTo>
                  <a:pt x="42053" y="12288"/>
                  <a:pt x="40886" y="13455"/>
                  <a:pt x="39446" y="13455"/>
                </a:cubicBezTo>
                <a:lnTo>
                  <a:pt x="34695" y="13455"/>
                </a:lnTo>
                <a:cubicBezTo>
                  <a:pt x="33255" y="13455"/>
                  <a:pt x="32088" y="12288"/>
                  <a:pt x="32088" y="10847"/>
                </a:cubicBezTo>
                <a:lnTo>
                  <a:pt x="32088" y="4442"/>
                </a:lnTo>
                <a:cubicBezTo>
                  <a:pt x="32088" y="3001"/>
                  <a:pt x="33255" y="1822"/>
                  <a:pt x="34695" y="1822"/>
                </a:cubicBezTo>
                <a:close/>
                <a:moveTo>
                  <a:pt x="53293" y="1822"/>
                </a:moveTo>
                <a:cubicBezTo>
                  <a:pt x="54733" y="1822"/>
                  <a:pt x="55900" y="3001"/>
                  <a:pt x="55900" y="4442"/>
                </a:cubicBezTo>
                <a:lnTo>
                  <a:pt x="55900" y="10847"/>
                </a:lnTo>
                <a:cubicBezTo>
                  <a:pt x="55900" y="12288"/>
                  <a:pt x="54733" y="13455"/>
                  <a:pt x="53293" y="13455"/>
                </a:cubicBezTo>
                <a:lnTo>
                  <a:pt x="48542" y="13455"/>
                </a:lnTo>
                <a:cubicBezTo>
                  <a:pt x="47101" y="13455"/>
                  <a:pt x="45935" y="12288"/>
                  <a:pt x="45935" y="10847"/>
                </a:cubicBezTo>
                <a:lnTo>
                  <a:pt x="45935" y="4442"/>
                </a:lnTo>
                <a:cubicBezTo>
                  <a:pt x="45935" y="3001"/>
                  <a:pt x="47101" y="1822"/>
                  <a:pt x="48542" y="1822"/>
                </a:cubicBezTo>
                <a:close/>
                <a:moveTo>
                  <a:pt x="67140" y="1822"/>
                </a:moveTo>
                <a:cubicBezTo>
                  <a:pt x="68580" y="1822"/>
                  <a:pt x="69747" y="3001"/>
                  <a:pt x="69747" y="4442"/>
                </a:cubicBezTo>
                <a:lnTo>
                  <a:pt x="69747" y="10847"/>
                </a:lnTo>
                <a:cubicBezTo>
                  <a:pt x="69747" y="12288"/>
                  <a:pt x="68580" y="13455"/>
                  <a:pt x="67140" y="13455"/>
                </a:cubicBezTo>
                <a:lnTo>
                  <a:pt x="62389" y="13455"/>
                </a:lnTo>
                <a:cubicBezTo>
                  <a:pt x="60948" y="13455"/>
                  <a:pt x="59782" y="12288"/>
                  <a:pt x="59782" y="10847"/>
                </a:cubicBezTo>
                <a:lnTo>
                  <a:pt x="59782" y="4442"/>
                </a:lnTo>
                <a:cubicBezTo>
                  <a:pt x="59782" y="3001"/>
                  <a:pt x="60948" y="1822"/>
                  <a:pt x="62389" y="1822"/>
                </a:cubicBezTo>
                <a:close/>
                <a:moveTo>
                  <a:pt x="80999" y="1822"/>
                </a:moveTo>
                <a:cubicBezTo>
                  <a:pt x="82439" y="1822"/>
                  <a:pt x="83606" y="3001"/>
                  <a:pt x="83606" y="4442"/>
                </a:cubicBezTo>
                <a:lnTo>
                  <a:pt x="83606" y="10847"/>
                </a:lnTo>
                <a:cubicBezTo>
                  <a:pt x="83606" y="12288"/>
                  <a:pt x="82439" y="13455"/>
                  <a:pt x="80999" y="13455"/>
                </a:cubicBezTo>
                <a:lnTo>
                  <a:pt x="76248" y="13455"/>
                </a:lnTo>
                <a:cubicBezTo>
                  <a:pt x="74807" y="13455"/>
                  <a:pt x="73641" y="12288"/>
                  <a:pt x="73641" y="10847"/>
                </a:cubicBezTo>
                <a:lnTo>
                  <a:pt x="73641" y="4442"/>
                </a:lnTo>
                <a:cubicBezTo>
                  <a:pt x="73641" y="3001"/>
                  <a:pt x="74807" y="1822"/>
                  <a:pt x="76248" y="1822"/>
                </a:cubicBezTo>
                <a:close/>
                <a:moveTo>
                  <a:pt x="94846" y="1822"/>
                </a:moveTo>
                <a:cubicBezTo>
                  <a:pt x="96286" y="1822"/>
                  <a:pt x="97453" y="3001"/>
                  <a:pt x="97453" y="4442"/>
                </a:cubicBezTo>
                <a:lnTo>
                  <a:pt x="97453" y="10847"/>
                </a:lnTo>
                <a:cubicBezTo>
                  <a:pt x="97453" y="12288"/>
                  <a:pt x="96286" y="13455"/>
                  <a:pt x="94846" y="13455"/>
                </a:cubicBezTo>
                <a:lnTo>
                  <a:pt x="90095" y="13455"/>
                </a:lnTo>
                <a:cubicBezTo>
                  <a:pt x="88654" y="13455"/>
                  <a:pt x="87487" y="12288"/>
                  <a:pt x="87487" y="10847"/>
                </a:cubicBezTo>
                <a:lnTo>
                  <a:pt x="87487" y="4442"/>
                </a:lnTo>
                <a:cubicBezTo>
                  <a:pt x="87487" y="3001"/>
                  <a:pt x="88654" y="1822"/>
                  <a:pt x="90095" y="1822"/>
                </a:cubicBezTo>
                <a:close/>
                <a:moveTo>
                  <a:pt x="108693" y="1822"/>
                </a:moveTo>
                <a:cubicBezTo>
                  <a:pt x="110133" y="1822"/>
                  <a:pt x="111300" y="3001"/>
                  <a:pt x="111300" y="4442"/>
                </a:cubicBezTo>
                <a:lnTo>
                  <a:pt x="111300" y="10847"/>
                </a:lnTo>
                <a:cubicBezTo>
                  <a:pt x="111300" y="12288"/>
                  <a:pt x="110133" y="13455"/>
                  <a:pt x="108693" y="13455"/>
                </a:cubicBezTo>
                <a:lnTo>
                  <a:pt x="103942" y="13455"/>
                </a:lnTo>
                <a:cubicBezTo>
                  <a:pt x="102501" y="13455"/>
                  <a:pt x="101334" y="12288"/>
                  <a:pt x="101334" y="10847"/>
                </a:cubicBezTo>
                <a:lnTo>
                  <a:pt x="101334" y="4442"/>
                </a:lnTo>
                <a:cubicBezTo>
                  <a:pt x="101334" y="3001"/>
                  <a:pt x="102501" y="1822"/>
                  <a:pt x="103942" y="1822"/>
                </a:cubicBezTo>
                <a:close/>
                <a:moveTo>
                  <a:pt x="122551" y="1822"/>
                </a:moveTo>
                <a:cubicBezTo>
                  <a:pt x="123992" y="1822"/>
                  <a:pt x="125159" y="3001"/>
                  <a:pt x="125159" y="4442"/>
                </a:cubicBezTo>
                <a:lnTo>
                  <a:pt x="125159" y="10847"/>
                </a:lnTo>
                <a:cubicBezTo>
                  <a:pt x="125159" y="12288"/>
                  <a:pt x="123992" y="13455"/>
                  <a:pt x="122551" y="13455"/>
                </a:cubicBezTo>
                <a:lnTo>
                  <a:pt x="117801" y="13455"/>
                </a:lnTo>
                <a:cubicBezTo>
                  <a:pt x="116360" y="13455"/>
                  <a:pt x="115193" y="12288"/>
                  <a:pt x="115193" y="10847"/>
                </a:cubicBezTo>
                <a:lnTo>
                  <a:pt x="115193" y="4442"/>
                </a:lnTo>
                <a:cubicBezTo>
                  <a:pt x="115193" y="3001"/>
                  <a:pt x="116360" y="1822"/>
                  <a:pt x="117801" y="1822"/>
                </a:cubicBezTo>
                <a:close/>
                <a:moveTo>
                  <a:pt x="136398" y="1822"/>
                </a:moveTo>
                <a:cubicBezTo>
                  <a:pt x="137839" y="1822"/>
                  <a:pt x="139006" y="3001"/>
                  <a:pt x="139006" y="4442"/>
                </a:cubicBezTo>
                <a:lnTo>
                  <a:pt x="139006" y="10847"/>
                </a:lnTo>
                <a:cubicBezTo>
                  <a:pt x="139006" y="12288"/>
                  <a:pt x="137839" y="13455"/>
                  <a:pt x="136398" y="13455"/>
                </a:cubicBezTo>
                <a:lnTo>
                  <a:pt x="131648" y="13455"/>
                </a:lnTo>
                <a:cubicBezTo>
                  <a:pt x="130207" y="13455"/>
                  <a:pt x="129040" y="12288"/>
                  <a:pt x="129040" y="10847"/>
                </a:cubicBezTo>
                <a:lnTo>
                  <a:pt x="129040" y="4442"/>
                </a:lnTo>
                <a:cubicBezTo>
                  <a:pt x="129040" y="3001"/>
                  <a:pt x="130207" y="1822"/>
                  <a:pt x="131648" y="1822"/>
                </a:cubicBezTo>
                <a:close/>
                <a:moveTo>
                  <a:pt x="150245" y="1822"/>
                </a:moveTo>
                <a:cubicBezTo>
                  <a:pt x="151686" y="1822"/>
                  <a:pt x="152853" y="3001"/>
                  <a:pt x="152853" y="4442"/>
                </a:cubicBezTo>
                <a:lnTo>
                  <a:pt x="152853" y="10847"/>
                </a:lnTo>
                <a:cubicBezTo>
                  <a:pt x="152853" y="12288"/>
                  <a:pt x="151686" y="13455"/>
                  <a:pt x="150245" y="13455"/>
                </a:cubicBezTo>
                <a:lnTo>
                  <a:pt x="145495" y="13455"/>
                </a:lnTo>
                <a:cubicBezTo>
                  <a:pt x="144054" y="13455"/>
                  <a:pt x="142887" y="12288"/>
                  <a:pt x="142887" y="10847"/>
                </a:cubicBezTo>
                <a:lnTo>
                  <a:pt x="142887" y="4442"/>
                </a:lnTo>
                <a:cubicBezTo>
                  <a:pt x="142887" y="3001"/>
                  <a:pt x="144054" y="1822"/>
                  <a:pt x="145495" y="1822"/>
                </a:cubicBezTo>
                <a:close/>
                <a:moveTo>
                  <a:pt x="191798" y="1822"/>
                </a:moveTo>
                <a:cubicBezTo>
                  <a:pt x="193239" y="1822"/>
                  <a:pt x="194406" y="3001"/>
                  <a:pt x="194406" y="4442"/>
                </a:cubicBezTo>
                <a:lnTo>
                  <a:pt x="194406" y="10847"/>
                </a:lnTo>
                <a:cubicBezTo>
                  <a:pt x="194406" y="12288"/>
                  <a:pt x="193239" y="13455"/>
                  <a:pt x="191798" y="13455"/>
                </a:cubicBezTo>
                <a:lnTo>
                  <a:pt x="187048" y="13455"/>
                </a:lnTo>
                <a:cubicBezTo>
                  <a:pt x="185607" y="13455"/>
                  <a:pt x="184440" y="12288"/>
                  <a:pt x="184440" y="10847"/>
                </a:cubicBezTo>
                <a:lnTo>
                  <a:pt x="184440" y="4442"/>
                </a:lnTo>
                <a:cubicBezTo>
                  <a:pt x="184440" y="3001"/>
                  <a:pt x="185607" y="1822"/>
                  <a:pt x="187048" y="1822"/>
                </a:cubicBezTo>
                <a:close/>
                <a:moveTo>
                  <a:pt x="205645" y="1822"/>
                </a:moveTo>
                <a:cubicBezTo>
                  <a:pt x="207086" y="1822"/>
                  <a:pt x="208264" y="3001"/>
                  <a:pt x="208264" y="4442"/>
                </a:cubicBezTo>
                <a:lnTo>
                  <a:pt x="208264" y="10847"/>
                </a:lnTo>
                <a:cubicBezTo>
                  <a:pt x="208264" y="12288"/>
                  <a:pt x="207086" y="13455"/>
                  <a:pt x="205645" y="13455"/>
                </a:cubicBezTo>
                <a:lnTo>
                  <a:pt x="200906" y="13455"/>
                </a:lnTo>
                <a:cubicBezTo>
                  <a:pt x="199466" y="13455"/>
                  <a:pt x="198287" y="12288"/>
                  <a:pt x="198287" y="10847"/>
                </a:cubicBezTo>
                <a:lnTo>
                  <a:pt x="198287" y="4442"/>
                </a:lnTo>
                <a:cubicBezTo>
                  <a:pt x="198287" y="3001"/>
                  <a:pt x="199466" y="1822"/>
                  <a:pt x="200906" y="1822"/>
                </a:cubicBezTo>
                <a:close/>
                <a:moveTo>
                  <a:pt x="219504" y="1822"/>
                </a:moveTo>
                <a:cubicBezTo>
                  <a:pt x="220945" y="1822"/>
                  <a:pt x="222111" y="3001"/>
                  <a:pt x="222111" y="4442"/>
                </a:cubicBezTo>
                <a:lnTo>
                  <a:pt x="222111" y="10847"/>
                </a:lnTo>
                <a:cubicBezTo>
                  <a:pt x="222111" y="12288"/>
                  <a:pt x="220945" y="13455"/>
                  <a:pt x="219504" y="13455"/>
                </a:cubicBezTo>
                <a:lnTo>
                  <a:pt x="214753" y="13455"/>
                </a:lnTo>
                <a:cubicBezTo>
                  <a:pt x="213313" y="13455"/>
                  <a:pt x="212146" y="12288"/>
                  <a:pt x="212146" y="10847"/>
                </a:cubicBezTo>
                <a:lnTo>
                  <a:pt x="212146" y="4442"/>
                </a:lnTo>
                <a:cubicBezTo>
                  <a:pt x="212146" y="3001"/>
                  <a:pt x="213313" y="1822"/>
                  <a:pt x="214753" y="1822"/>
                </a:cubicBezTo>
                <a:close/>
                <a:moveTo>
                  <a:pt x="233351" y="1822"/>
                </a:moveTo>
                <a:cubicBezTo>
                  <a:pt x="234792" y="1822"/>
                  <a:pt x="235958" y="3001"/>
                  <a:pt x="235958" y="4442"/>
                </a:cubicBezTo>
                <a:lnTo>
                  <a:pt x="235958" y="10847"/>
                </a:lnTo>
                <a:cubicBezTo>
                  <a:pt x="235958" y="12288"/>
                  <a:pt x="234792" y="13455"/>
                  <a:pt x="233351" y="13455"/>
                </a:cubicBezTo>
                <a:lnTo>
                  <a:pt x="228600" y="13455"/>
                </a:lnTo>
                <a:cubicBezTo>
                  <a:pt x="227160" y="13455"/>
                  <a:pt x="225993" y="12288"/>
                  <a:pt x="225993" y="10847"/>
                </a:cubicBezTo>
                <a:lnTo>
                  <a:pt x="225993" y="4442"/>
                </a:lnTo>
                <a:cubicBezTo>
                  <a:pt x="225993" y="3001"/>
                  <a:pt x="227160" y="1822"/>
                  <a:pt x="228600" y="1822"/>
                </a:cubicBezTo>
                <a:close/>
                <a:moveTo>
                  <a:pt x="247198" y="1822"/>
                </a:moveTo>
                <a:cubicBezTo>
                  <a:pt x="248639" y="1822"/>
                  <a:pt x="249805" y="3001"/>
                  <a:pt x="249805" y="4442"/>
                </a:cubicBezTo>
                <a:lnTo>
                  <a:pt x="249805" y="10847"/>
                </a:lnTo>
                <a:cubicBezTo>
                  <a:pt x="249805" y="12288"/>
                  <a:pt x="248639" y="13455"/>
                  <a:pt x="247198" y="13455"/>
                </a:cubicBezTo>
                <a:lnTo>
                  <a:pt x="242447" y="13455"/>
                </a:lnTo>
                <a:cubicBezTo>
                  <a:pt x="241007" y="13455"/>
                  <a:pt x="239840" y="12288"/>
                  <a:pt x="239840" y="10847"/>
                </a:cubicBezTo>
                <a:lnTo>
                  <a:pt x="239840" y="4442"/>
                </a:lnTo>
                <a:cubicBezTo>
                  <a:pt x="239840" y="3001"/>
                  <a:pt x="241007" y="1822"/>
                  <a:pt x="242447" y="1822"/>
                </a:cubicBezTo>
                <a:close/>
                <a:moveTo>
                  <a:pt x="261057" y="1822"/>
                </a:moveTo>
                <a:cubicBezTo>
                  <a:pt x="262497" y="1822"/>
                  <a:pt x="263664" y="3001"/>
                  <a:pt x="263664" y="4442"/>
                </a:cubicBezTo>
                <a:lnTo>
                  <a:pt x="263664" y="10847"/>
                </a:lnTo>
                <a:cubicBezTo>
                  <a:pt x="263664" y="12288"/>
                  <a:pt x="262497" y="13455"/>
                  <a:pt x="261057" y="13455"/>
                </a:cubicBezTo>
                <a:lnTo>
                  <a:pt x="256306" y="13455"/>
                </a:lnTo>
                <a:cubicBezTo>
                  <a:pt x="254866" y="13455"/>
                  <a:pt x="253699" y="12288"/>
                  <a:pt x="253699" y="10847"/>
                </a:cubicBezTo>
                <a:lnTo>
                  <a:pt x="253699" y="4442"/>
                </a:lnTo>
                <a:cubicBezTo>
                  <a:pt x="253699" y="3001"/>
                  <a:pt x="254866" y="1822"/>
                  <a:pt x="256306" y="1822"/>
                </a:cubicBezTo>
                <a:close/>
                <a:moveTo>
                  <a:pt x="0" y="1"/>
                </a:moveTo>
                <a:lnTo>
                  <a:pt x="0" y="15276"/>
                </a:lnTo>
                <a:lnTo>
                  <a:pt x="269260" y="15276"/>
                </a:lnTo>
                <a:lnTo>
                  <a:pt x="269260" y="1"/>
                </a:ln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chemeClr val="lt2"/>
              </a:gs>
            </a:gsLst>
            <a:lin ang="2700006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51" name="Google Shape;351;p33"/>
          <p:cNvGrpSpPr/>
          <p:nvPr/>
        </p:nvGrpSpPr>
        <p:grpSpPr>
          <a:xfrm>
            <a:off x="-2235832" y="4814449"/>
            <a:ext cx="13452615" cy="381925"/>
            <a:chOff x="-396857" y="4814449"/>
            <a:chExt cx="13452615" cy="381925"/>
          </a:xfrm>
        </p:grpSpPr>
        <p:sp>
          <p:nvSpPr>
            <p:cNvPr id="352" name="Google Shape;352;p33"/>
            <p:cNvSpPr/>
            <p:nvPr/>
          </p:nvSpPr>
          <p:spPr>
            <a:xfrm flipH="1">
              <a:off x="-396857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Google Shape;353;p33"/>
            <p:cNvSpPr/>
            <p:nvPr/>
          </p:nvSpPr>
          <p:spPr>
            <a:xfrm flipH="1">
              <a:off x="6324233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4" name="Google Shape;354;p33"/>
          <p:cNvGrpSpPr/>
          <p:nvPr/>
        </p:nvGrpSpPr>
        <p:grpSpPr>
          <a:xfrm>
            <a:off x="-2235832" y="-95676"/>
            <a:ext cx="13452615" cy="381925"/>
            <a:chOff x="-396857" y="4814449"/>
            <a:chExt cx="13452615" cy="381925"/>
          </a:xfrm>
        </p:grpSpPr>
        <p:sp>
          <p:nvSpPr>
            <p:cNvPr id="355" name="Google Shape;355;p33"/>
            <p:cNvSpPr/>
            <p:nvPr/>
          </p:nvSpPr>
          <p:spPr>
            <a:xfrm flipH="1">
              <a:off x="-396857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" name="Google Shape;356;p33"/>
            <p:cNvSpPr/>
            <p:nvPr/>
          </p:nvSpPr>
          <p:spPr>
            <a:xfrm flipH="1">
              <a:off x="6324233" y="4814449"/>
              <a:ext cx="6731525" cy="381925"/>
            </a:xfrm>
            <a:custGeom>
              <a:avLst/>
              <a:gdLst/>
              <a:ahLst/>
              <a:cxnLst/>
              <a:rect l="l" t="t" r="r" b="b"/>
              <a:pathLst>
                <a:path w="269261" h="15277" extrusionOk="0">
                  <a:moveTo>
                    <a:pt x="11740" y="1822"/>
                  </a:moveTo>
                  <a:cubicBezTo>
                    <a:pt x="13181" y="1822"/>
                    <a:pt x="14347" y="3001"/>
                    <a:pt x="14347" y="4442"/>
                  </a:cubicBezTo>
                  <a:lnTo>
                    <a:pt x="14347" y="10847"/>
                  </a:lnTo>
                  <a:cubicBezTo>
                    <a:pt x="14347" y="12288"/>
                    <a:pt x="13181" y="13455"/>
                    <a:pt x="11740" y="13455"/>
                  </a:cubicBezTo>
                  <a:lnTo>
                    <a:pt x="6989" y="13455"/>
                  </a:lnTo>
                  <a:cubicBezTo>
                    <a:pt x="5549" y="13455"/>
                    <a:pt x="4382" y="12288"/>
                    <a:pt x="4382" y="10847"/>
                  </a:cubicBezTo>
                  <a:lnTo>
                    <a:pt x="4382" y="4442"/>
                  </a:lnTo>
                  <a:cubicBezTo>
                    <a:pt x="4382" y="3001"/>
                    <a:pt x="5549" y="1822"/>
                    <a:pt x="6989" y="1822"/>
                  </a:cubicBezTo>
                  <a:close/>
                  <a:moveTo>
                    <a:pt x="25587" y="1822"/>
                  </a:moveTo>
                  <a:cubicBezTo>
                    <a:pt x="27028" y="1822"/>
                    <a:pt x="28206" y="3001"/>
                    <a:pt x="28206" y="4442"/>
                  </a:cubicBezTo>
                  <a:lnTo>
                    <a:pt x="28206" y="10847"/>
                  </a:lnTo>
                  <a:cubicBezTo>
                    <a:pt x="28206" y="12288"/>
                    <a:pt x="27039" y="13455"/>
                    <a:pt x="25587" y="13455"/>
                  </a:cubicBezTo>
                  <a:lnTo>
                    <a:pt x="20848" y="13455"/>
                  </a:lnTo>
                  <a:cubicBezTo>
                    <a:pt x="19408" y="13455"/>
                    <a:pt x="18229" y="12288"/>
                    <a:pt x="18229" y="10847"/>
                  </a:cubicBezTo>
                  <a:lnTo>
                    <a:pt x="18229" y="4442"/>
                  </a:lnTo>
                  <a:cubicBezTo>
                    <a:pt x="18229" y="3001"/>
                    <a:pt x="19408" y="1822"/>
                    <a:pt x="20848" y="1822"/>
                  </a:cubicBezTo>
                  <a:close/>
                  <a:moveTo>
                    <a:pt x="39446" y="1822"/>
                  </a:moveTo>
                  <a:cubicBezTo>
                    <a:pt x="40886" y="1822"/>
                    <a:pt x="42053" y="3001"/>
                    <a:pt x="42053" y="4442"/>
                  </a:cubicBezTo>
                  <a:lnTo>
                    <a:pt x="42053" y="10847"/>
                  </a:lnTo>
                  <a:cubicBezTo>
                    <a:pt x="42053" y="12288"/>
                    <a:pt x="40886" y="13455"/>
                    <a:pt x="39446" y="13455"/>
                  </a:cubicBezTo>
                  <a:lnTo>
                    <a:pt x="34695" y="13455"/>
                  </a:lnTo>
                  <a:cubicBezTo>
                    <a:pt x="33255" y="13455"/>
                    <a:pt x="32088" y="12288"/>
                    <a:pt x="32088" y="10847"/>
                  </a:cubicBezTo>
                  <a:lnTo>
                    <a:pt x="32088" y="4442"/>
                  </a:lnTo>
                  <a:cubicBezTo>
                    <a:pt x="32088" y="3001"/>
                    <a:pt x="33255" y="1822"/>
                    <a:pt x="34695" y="1822"/>
                  </a:cubicBezTo>
                  <a:close/>
                  <a:moveTo>
                    <a:pt x="53293" y="1822"/>
                  </a:moveTo>
                  <a:cubicBezTo>
                    <a:pt x="54733" y="1822"/>
                    <a:pt x="55900" y="3001"/>
                    <a:pt x="55900" y="4442"/>
                  </a:cubicBezTo>
                  <a:lnTo>
                    <a:pt x="55900" y="10847"/>
                  </a:lnTo>
                  <a:cubicBezTo>
                    <a:pt x="55900" y="12288"/>
                    <a:pt x="54733" y="13455"/>
                    <a:pt x="53293" y="13455"/>
                  </a:cubicBezTo>
                  <a:lnTo>
                    <a:pt x="48542" y="13455"/>
                  </a:lnTo>
                  <a:cubicBezTo>
                    <a:pt x="47101" y="13455"/>
                    <a:pt x="45935" y="12288"/>
                    <a:pt x="45935" y="10847"/>
                  </a:cubicBezTo>
                  <a:lnTo>
                    <a:pt x="45935" y="4442"/>
                  </a:lnTo>
                  <a:cubicBezTo>
                    <a:pt x="45935" y="3001"/>
                    <a:pt x="47101" y="1822"/>
                    <a:pt x="48542" y="1822"/>
                  </a:cubicBezTo>
                  <a:close/>
                  <a:moveTo>
                    <a:pt x="67140" y="1822"/>
                  </a:moveTo>
                  <a:cubicBezTo>
                    <a:pt x="68580" y="1822"/>
                    <a:pt x="69747" y="3001"/>
                    <a:pt x="69747" y="4442"/>
                  </a:cubicBezTo>
                  <a:lnTo>
                    <a:pt x="69747" y="10847"/>
                  </a:lnTo>
                  <a:cubicBezTo>
                    <a:pt x="69747" y="12288"/>
                    <a:pt x="68580" y="13455"/>
                    <a:pt x="67140" y="13455"/>
                  </a:cubicBezTo>
                  <a:lnTo>
                    <a:pt x="62389" y="13455"/>
                  </a:lnTo>
                  <a:cubicBezTo>
                    <a:pt x="60948" y="13455"/>
                    <a:pt x="59782" y="12288"/>
                    <a:pt x="59782" y="10847"/>
                  </a:cubicBezTo>
                  <a:lnTo>
                    <a:pt x="59782" y="4442"/>
                  </a:lnTo>
                  <a:cubicBezTo>
                    <a:pt x="59782" y="3001"/>
                    <a:pt x="60948" y="1822"/>
                    <a:pt x="62389" y="1822"/>
                  </a:cubicBezTo>
                  <a:close/>
                  <a:moveTo>
                    <a:pt x="80999" y="1822"/>
                  </a:moveTo>
                  <a:cubicBezTo>
                    <a:pt x="82439" y="1822"/>
                    <a:pt x="83606" y="3001"/>
                    <a:pt x="83606" y="4442"/>
                  </a:cubicBezTo>
                  <a:lnTo>
                    <a:pt x="83606" y="10847"/>
                  </a:lnTo>
                  <a:cubicBezTo>
                    <a:pt x="83606" y="12288"/>
                    <a:pt x="82439" y="13455"/>
                    <a:pt x="80999" y="13455"/>
                  </a:cubicBezTo>
                  <a:lnTo>
                    <a:pt x="76248" y="13455"/>
                  </a:lnTo>
                  <a:cubicBezTo>
                    <a:pt x="74807" y="13455"/>
                    <a:pt x="73641" y="12288"/>
                    <a:pt x="73641" y="10847"/>
                  </a:cubicBezTo>
                  <a:lnTo>
                    <a:pt x="73641" y="4442"/>
                  </a:lnTo>
                  <a:cubicBezTo>
                    <a:pt x="73641" y="3001"/>
                    <a:pt x="74807" y="1822"/>
                    <a:pt x="76248" y="1822"/>
                  </a:cubicBezTo>
                  <a:close/>
                  <a:moveTo>
                    <a:pt x="94846" y="1822"/>
                  </a:moveTo>
                  <a:cubicBezTo>
                    <a:pt x="96286" y="1822"/>
                    <a:pt x="97453" y="3001"/>
                    <a:pt x="97453" y="4442"/>
                  </a:cubicBezTo>
                  <a:lnTo>
                    <a:pt x="97453" y="10847"/>
                  </a:lnTo>
                  <a:cubicBezTo>
                    <a:pt x="97453" y="12288"/>
                    <a:pt x="96286" y="13455"/>
                    <a:pt x="94846" y="13455"/>
                  </a:cubicBezTo>
                  <a:lnTo>
                    <a:pt x="90095" y="13455"/>
                  </a:lnTo>
                  <a:cubicBezTo>
                    <a:pt x="88654" y="13455"/>
                    <a:pt x="87487" y="12288"/>
                    <a:pt x="87487" y="10847"/>
                  </a:cubicBezTo>
                  <a:lnTo>
                    <a:pt x="87487" y="4442"/>
                  </a:lnTo>
                  <a:cubicBezTo>
                    <a:pt x="87487" y="3001"/>
                    <a:pt x="88654" y="1822"/>
                    <a:pt x="90095" y="1822"/>
                  </a:cubicBezTo>
                  <a:close/>
                  <a:moveTo>
                    <a:pt x="108693" y="1822"/>
                  </a:moveTo>
                  <a:cubicBezTo>
                    <a:pt x="110133" y="1822"/>
                    <a:pt x="111300" y="3001"/>
                    <a:pt x="111300" y="4442"/>
                  </a:cubicBezTo>
                  <a:lnTo>
                    <a:pt x="111300" y="10847"/>
                  </a:lnTo>
                  <a:cubicBezTo>
                    <a:pt x="111300" y="12288"/>
                    <a:pt x="110133" y="13455"/>
                    <a:pt x="108693" y="13455"/>
                  </a:cubicBezTo>
                  <a:lnTo>
                    <a:pt x="103942" y="13455"/>
                  </a:lnTo>
                  <a:cubicBezTo>
                    <a:pt x="102501" y="13455"/>
                    <a:pt x="101334" y="12288"/>
                    <a:pt x="101334" y="10847"/>
                  </a:cubicBezTo>
                  <a:lnTo>
                    <a:pt x="101334" y="4442"/>
                  </a:lnTo>
                  <a:cubicBezTo>
                    <a:pt x="101334" y="3001"/>
                    <a:pt x="102501" y="1822"/>
                    <a:pt x="103942" y="1822"/>
                  </a:cubicBezTo>
                  <a:close/>
                  <a:moveTo>
                    <a:pt x="122551" y="1822"/>
                  </a:moveTo>
                  <a:cubicBezTo>
                    <a:pt x="123992" y="1822"/>
                    <a:pt x="125159" y="3001"/>
                    <a:pt x="125159" y="4442"/>
                  </a:cubicBezTo>
                  <a:lnTo>
                    <a:pt x="125159" y="10847"/>
                  </a:lnTo>
                  <a:cubicBezTo>
                    <a:pt x="125159" y="12288"/>
                    <a:pt x="123992" y="13455"/>
                    <a:pt x="122551" y="13455"/>
                  </a:cubicBezTo>
                  <a:lnTo>
                    <a:pt x="117801" y="13455"/>
                  </a:lnTo>
                  <a:cubicBezTo>
                    <a:pt x="116360" y="13455"/>
                    <a:pt x="115193" y="12288"/>
                    <a:pt x="115193" y="10847"/>
                  </a:cubicBezTo>
                  <a:lnTo>
                    <a:pt x="115193" y="4442"/>
                  </a:lnTo>
                  <a:cubicBezTo>
                    <a:pt x="115193" y="3001"/>
                    <a:pt x="116360" y="1822"/>
                    <a:pt x="117801" y="1822"/>
                  </a:cubicBezTo>
                  <a:close/>
                  <a:moveTo>
                    <a:pt x="136398" y="1822"/>
                  </a:moveTo>
                  <a:cubicBezTo>
                    <a:pt x="137839" y="1822"/>
                    <a:pt x="139006" y="3001"/>
                    <a:pt x="139006" y="4442"/>
                  </a:cubicBezTo>
                  <a:lnTo>
                    <a:pt x="139006" y="10847"/>
                  </a:lnTo>
                  <a:cubicBezTo>
                    <a:pt x="139006" y="12288"/>
                    <a:pt x="137839" y="13455"/>
                    <a:pt x="136398" y="13455"/>
                  </a:cubicBezTo>
                  <a:lnTo>
                    <a:pt x="131648" y="13455"/>
                  </a:lnTo>
                  <a:cubicBezTo>
                    <a:pt x="130207" y="13455"/>
                    <a:pt x="129040" y="12288"/>
                    <a:pt x="129040" y="10847"/>
                  </a:cubicBezTo>
                  <a:lnTo>
                    <a:pt x="129040" y="4442"/>
                  </a:lnTo>
                  <a:cubicBezTo>
                    <a:pt x="129040" y="3001"/>
                    <a:pt x="130207" y="1822"/>
                    <a:pt x="131648" y="1822"/>
                  </a:cubicBezTo>
                  <a:close/>
                  <a:moveTo>
                    <a:pt x="150245" y="1822"/>
                  </a:moveTo>
                  <a:cubicBezTo>
                    <a:pt x="151686" y="1822"/>
                    <a:pt x="152853" y="3001"/>
                    <a:pt x="152853" y="4442"/>
                  </a:cubicBezTo>
                  <a:lnTo>
                    <a:pt x="152853" y="10847"/>
                  </a:lnTo>
                  <a:cubicBezTo>
                    <a:pt x="152853" y="12288"/>
                    <a:pt x="151686" y="13455"/>
                    <a:pt x="150245" y="13455"/>
                  </a:cubicBezTo>
                  <a:lnTo>
                    <a:pt x="145495" y="13455"/>
                  </a:lnTo>
                  <a:cubicBezTo>
                    <a:pt x="144054" y="13455"/>
                    <a:pt x="142887" y="12288"/>
                    <a:pt x="142887" y="10847"/>
                  </a:cubicBezTo>
                  <a:lnTo>
                    <a:pt x="142887" y="4442"/>
                  </a:lnTo>
                  <a:cubicBezTo>
                    <a:pt x="142887" y="3001"/>
                    <a:pt x="144054" y="1822"/>
                    <a:pt x="145495" y="1822"/>
                  </a:cubicBezTo>
                  <a:close/>
                  <a:moveTo>
                    <a:pt x="191798" y="1822"/>
                  </a:moveTo>
                  <a:cubicBezTo>
                    <a:pt x="193239" y="1822"/>
                    <a:pt x="194406" y="3001"/>
                    <a:pt x="194406" y="4442"/>
                  </a:cubicBezTo>
                  <a:lnTo>
                    <a:pt x="194406" y="10847"/>
                  </a:lnTo>
                  <a:cubicBezTo>
                    <a:pt x="194406" y="12288"/>
                    <a:pt x="193239" y="13455"/>
                    <a:pt x="191798" y="13455"/>
                  </a:cubicBezTo>
                  <a:lnTo>
                    <a:pt x="187048" y="13455"/>
                  </a:lnTo>
                  <a:cubicBezTo>
                    <a:pt x="185607" y="13455"/>
                    <a:pt x="184440" y="12288"/>
                    <a:pt x="184440" y="10847"/>
                  </a:cubicBezTo>
                  <a:lnTo>
                    <a:pt x="184440" y="4442"/>
                  </a:lnTo>
                  <a:cubicBezTo>
                    <a:pt x="184440" y="3001"/>
                    <a:pt x="185607" y="1822"/>
                    <a:pt x="187048" y="1822"/>
                  </a:cubicBezTo>
                  <a:close/>
                  <a:moveTo>
                    <a:pt x="205645" y="1822"/>
                  </a:moveTo>
                  <a:cubicBezTo>
                    <a:pt x="207086" y="1822"/>
                    <a:pt x="208264" y="3001"/>
                    <a:pt x="208264" y="4442"/>
                  </a:cubicBezTo>
                  <a:lnTo>
                    <a:pt x="208264" y="10847"/>
                  </a:lnTo>
                  <a:cubicBezTo>
                    <a:pt x="208264" y="12288"/>
                    <a:pt x="207086" y="13455"/>
                    <a:pt x="205645" y="13455"/>
                  </a:cubicBezTo>
                  <a:lnTo>
                    <a:pt x="200906" y="13455"/>
                  </a:lnTo>
                  <a:cubicBezTo>
                    <a:pt x="199466" y="13455"/>
                    <a:pt x="198287" y="12288"/>
                    <a:pt x="198287" y="10847"/>
                  </a:cubicBezTo>
                  <a:lnTo>
                    <a:pt x="198287" y="4442"/>
                  </a:lnTo>
                  <a:cubicBezTo>
                    <a:pt x="198287" y="3001"/>
                    <a:pt x="199466" y="1822"/>
                    <a:pt x="200906" y="1822"/>
                  </a:cubicBezTo>
                  <a:close/>
                  <a:moveTo>
                    <a:pt x="219504" y="1822"/>
                  </a:moveTo>
                  <a:cubicBezTo>
                    <a:pt x="220945" y="1822"/>
                    <a:pt x="222111" y="3001"/>
                    <a:pt x="222111" y="4442"/>
                  </a:cubicBezTo>
                  <a:lnTo>
                    <a:pt x="222111" y="10847"/>
                  </a:lnTo>
                  <a:cubicBezTo>
                    <a:pt x="222111" y="12288"/>
                    <a:pt x="220945" y="13455"/>
                    <a:pt x="219504" y="13455"/>
                  </a:cubicBezTo>
                  <a:lnTo>
                    <a:pt x="214753" y="13455"/>
                  </a:lnTo>
                  <a:cubicBezTo>
                    <a:pt x="213313" y="13455"/>
                    <a:pt x="212146" y="12288"/>
                    <a:pt x="212146" y="10847"/>
                  </a:cubicBezTo>
                  <a:lnTo>
                    <a:pt x="212146" y="4442"/>
                  </a:lnTo>
                  <a:cubicBezTo>
                    <a:pt x="212146" y="3001"/>
                    <a:pt x="213313" y="1822"/>
                    <a:pt x="214753" y="1822"/>
                  </a:cubicBezTo>
                  <a:close/>
                  <a:moveTo>
                    <a:pt x="233351" y="1822"/>
                  </a:moveTo>
                  <a:cubicBezTo>
                    <a:pt x="234792" y="1822"/>
                    <a:pt x="235958" y="3001"/>
                    <a:pt x="235958" y="4442"/>
                  </a:cubicBezTo>
                  <a:lnTo>
                    <a:pt x="235958" y="10847"/>
                  </a:lnTo>
                  <a:cubicBezTo>
                    <a:pt x="235958" y="12288"/>
                    <a:pt x="234792" y="13455"/>
                    <a:pt x="233351" y="13455"/>
                  </a:cubicBezTo>
                  <a:lnTo>
                    <a:pt x="228600" y="13455"/>
                  </a:lnTo>
                  <a:cubicBezTo>
                    <a:pt x="227160" y="13455"/>
                    <a:pt x="225993" y="12288"/>
                    <a:pt x="225993" y="10847"/>
                  </a:cubicBezTo>
                  <a:lnTo>
                    <a:pt x="225993" y="4442"/>
                  </a:lnTo>
                  <a:cubicBezTo>
                    <a:pt x="225993" y="3001"/>
                    <a:pt x="227160" y="1822"/>
                    <a:pt x="228600" y="1822"/>
                  </a:cubicBezTo>
                  <a:close/>
                  <a:moveTo>
                    <a:pt x="247198" y="1822"/>
                  </a:moveTo>
                  <a:cubicBezTo>
                    <a:pt x="248639" y="1822"/>
                    <a:pt x="249805" y="3001"/>
                    <a:pt x="249805" y="4442"/>
                  </a:cubicBezTo>
                  <a:lnTo>
                    <a:pt x="249805" y="10847"/>
                  </a:lnTo>
                  <a:cubicBezTo>
                    <a:pt x="249805" y="12288"/>
                    <a:pt x="248639" y="13455"/>
                    <a:pt x="247198" y="13455"/>
                  </a:cubicBezTo>
                  <a:lnTo>
                    <a:pt x="242447" y="13455"/>
                  </a:lnTo>
                  <a:cubicBezTo>
                    <a:pt x="241007" y="13455"/>
                    <a:pt x="239840" y="12288"/>
                    <a:pt x="239840" y="10847"/>
                  </a:cubicBezTo>
                  <a:lnTo>
                    <a:pt x="239840" y="4442"/>
                  </a:lnTo>
                  <a:cubicBezTo>
                    <a:pt x="239840" y="3001"/>
                    <a:pt x="241007" y="1822"/>
                    <a:pt x="242447" y="1822"/>
                  </a:cubicBezTo>
                  <a:close/>
                  <a:moveTo>
                    <a:pt x="261057" y="1822"/>
                  </a:moveTo>
                  <a:cubicBezTo>
                    <a:pt x="262497" y="1822"/>
                    <a:pt x="263664" y="3001"/>
                    <a:pt x="263664" y="4442"/>
                  </a:cubicBezTo>
                  <a:lnTo>
                    <a:pt x="263664" y="10847"/>
                  </a:lnTo>
                  <a:cubicBezTo>
                    <a:pt x="263664" y="12288"/>
                    <a:pt x="262497" y="13455"/>
                    <a:pt x="261057" y="13455"/>
                  </a:cubicBezTo>
                  <a:lnTo>
                    <a:pt x="256306" y="13455"/>
                  </a:lnTo>
                  <a:cubicBezTo>
                    <a:pt x="254866" y="13455"/>
                    <a:pt x="253699" y="12288"/>
                    <a:pt x="253699" y="10847"/>
                  </a:cubicBezTo>
                  <a:lnTo>
                    <a:pt x="253699" y="4442"/>
                  </a:lnTo>
                  <a:cubicBezTo>
                    <a:pt x="253699" y="3001"/>
                    <a:pt x="254866" y="1822"/>
                    <a:pt x="256306" y="1822"/>
                  </a:cubicBezTo>
                  <a:close/>
                  <a:moveTo>
                    <a:pt x="0" y="1"/>
                  </a:moveTo>
                  <a:lnTo>
                    <a:pt x="0" y="15276"/>
                  </a:lnTo>
                  <a:lnTo>
                    <a:pt x="269260" y="15276"/>
                  </a:lnTo>
                  <a:lnTo>
                    <a:pt x="26926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Bakbak One"/>
              <a:buNone/>
              <a:defRPr sz="32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alanquin Dark"/>
              <a:buNone/>
              <a:defRPr sz="32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alanquin Dark"/>
              <a:buNone/>
              <a:defRPr sz="32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alanquin Dark"/>
              <a:buNone/>
              <a:defRPr sz="32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alanquin Dark"/>
              <a:buNone/>
              <a:defRPr sz="32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alanquin Dark"/>
              <a:buNone/>
              <a:defRPr sz="32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alanquin Dark"/>
              <a:buNone/>
              <a:defRPr sz="32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alanquin Dark"/>
              <a:buNone/>
              <a:defRPr sz="32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alanquin Dark"/>
              <a:buNone/>
              <a:defRPr sz="32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Char char="✰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○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■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●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○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■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●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○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Char char="■"/>
              <a:defRPr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3" r:id="rId3"/>
    <p:sldLayoutId id="2147483654" r:id="rId4"/>
    <p:sldLayoutId id="2147483655" r:id="rId5"/>
    <p:sldLayoutId id="2147483657" r:id="rId6"/>
    <p:sldLayoutId id="2147483658" r:id="rId7"/>
    <p:sldLayoutId id="2147483659" r:id="rId8"/>
    <p:sldLayoutId id="2147483660" r:id="rId9"/>
    <p:sldLayoutId id="2147483661" r:id="rId10"/>
    <p:sldLayoutId id="2147483662" r:id="rId11"/>
    <p:sldLayoutId id="2147483663" r:id="rId12"/>
    <p:sldLayoutId id="2147483664" r:id="rId13"/>
    <p:sldLayoutId id="2147483670" r:id="rId14"/>
    <p:sldLayoutId id="2147483672" r:id="rId15"/>
    <p:sldLayoutId id="2147483677" r:id="rId16"/>
    <p:sldLayoutId id="2147483678" r:id="rId17"/>
    <p:sldLayoutId id="2147483679" r:id="rId1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public.tableau.com/app/profile/jess.duong/viz/RockbustersTopCustomersbyCountry/Top10CustomersbyCountries?publish=yes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public.tableau.com/app/profile/jess.duong/viz/RockbustersTopCustomersbyCountryandAffinity/High_AffinityCustomerMarkets?publish=yes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12.png"/><Relationship Id="rId4" Type="http://schemas.openxmlformats.org/officeDocument/2006/relationships/image" Target="../media/image11.emf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public.tableau.com/app/profile/jess.duong/viz/Rockbuster_Customer_Location/Customer_Location?publish=yes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6.xml"/><Relationship Id="rId6" Type="http://schemas.openxmlformats.org/officeDocument/2006/relationships/hyperlink" Target="mailto:duong.t.jess@gmail.com" TargetMode="External"/><Relationship Id="rId5" Type="http://schemas.openxmlformats.org/officeDocument/2006/relationships/hyperlink" Target="https://github.com/jess-duong/rockbuster-stealth-sql-analysis/tree/main" TargetMode="External"/><Relationship Id="rId4" Type="http://schemas.openxmlformats.org/officeDocument/2006/relationships/hyperlink" Target="https://public.tableau.com/app/profile/jess.duong/viz/RockbusterStreamingLaunchCampaign/Story2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37"/>
          <p:cNvSpPr txBox="1">
            <a:spLocks noGrp="1"/>
          </p:cNvSpPr>
          <p:nvPr>
            <p:ph type="ctrTitle"/>
          </p:nvPr>
        </p:nvSpPr>
        <p:spPr>
          <a:xfrm>
            <a:off x="1330036" y="1044421"/>
            <a:ext cx="6293922" cy="2103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err="1"/>
              <a:t>Rockbuster</a:t>
            </a:r>
            <a:r>
              <a:rPr lang="en" dirty="0"/>
              <a:t> </a:t>
            </a:r>
            <a:r>
              <a:rPr lang="en" dirty="0">
                <a:solidFill>
                  <a:schemeClr val="lt1"/>
                </a:solidFill>
              </a:rPr>
              <a:t>Stealth</a:t>
            </a:r>
            <a:endParaRPr dirty="0">
              <a:solidFill>
                <a:schemeClr val="lt1"/>
              </a:solidFill>
            </a:endParaRPr>
          </a:p>
        </p:txBody>
      </p:sp>
      <p:sp>
        <p:nvSpPr>
          <p:cNvPr id="368" name="Google Shape;368;p37"/>
          <p:cNvSpPr txBox="1">
            <a:spLocks noGrp="1"/>
          </p:cNvSpPr>
          <p:nvPr>
            <p:ph type="subTitle" idx="1"/>
          </p:nvPr>
        </p:nvSpPr>
        <p:spPr>
          <a:xfrm>
            <a:off x="1587439" y="3119105"/>
            <a:ext cx="5779116" cy="144460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dirty="0"/>
              <a:t>Customer, Country, and Revenue Insights for Streaming Launch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" sz="2000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dirty="0"/>
              <a:t>B</a:t>
            </a:r>
            <a:r>
              <a:rPr lang="en" sz="2000" dirty="0"/>
              <a:t>y: Jess Duong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39"/>
          <p:cNvSpPr txBox="1">
            <a:spLocks noGrp="1"/>
          </p:cNvSpPr>
          <p:nvPr>
            <p:ph type="title"/>
          </p:nvPr>
        </p:nvSpPr>
        <p:spPr>
          <a:xfrm flipH="1">
            <a:off x="689379" y="322761"/>
            <a:ext cx="4139532" cy="100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Hello Streaming! </a:t>
            </a:r>
            <a:br>
              <a:rPr lang="en" dirty="0"/>
            </a:br>
            <a:r>
              <a:rPr lang="en" dirty="0"/>
              <a:t>Goodbye Status Quo</a:t>
            </a:r>
            <a:endParaRPr dirty="0"/>
          </a:p>
        </p:txBody>
      </p:sp>
      <p:sp>
        <p:nvSpPr>
          <p:cNvPr id="383" name="Google Shape;383;p39"/>
          <p:cNvSpPr txBox="1">
            <a:spLocks noGrp="1"/>
          </p:cNvSpPr>
          <p:nvPr>
            <p:ph type="subTitle" idx="1"/>
          </p:nvPr>
        </p:nvSpPr>
        <p:spPr>
          <a:xfrm flipH="1">
            <a:off x="689379" y="1328462"/>
            <a:ext cx="6831523" cy="339396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 err="1"/>
              <a:t>Rockbuster</a:t>
            </a:r>
            <a:r>
              <a:rPr lang="en-US" sz="1600" dirty="0"/>
              <a:t> Stealth LLC is a once-iconic movie rental brand with global reach.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/>
              <a:t>But the rules have changed. Streaming giants like Netflix and Amazon Prime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/>
              <a:t>have rewritten customer expectations and have killed demand for physical rentals.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16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/>
              <a:t>To win again, </a:t>
            </a:r>
            <a:r>
              <a:rPr lang="en-US" sz="1600" dirty="0" err="1"/>
              <a:t>Rockbuster</a:t>
            </a:r>
            <a:r>
              <a:rPr lang="en-US" sz="1600" dirty="0"/>
              <a:t> must evolve.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/>
              <a:t>To reclaim relevance, </a:t>
            </a:r>
            <a:r>
              <a:rPr lang="en-US" sz="1600" dirty="0" err="1"/>
              <a:t>Rockbuster</a:t>
            </a:r>
            <a:r>
              <a:rPr lang="en-US" sz="1600" dirty="0"/>
              <a:t> plans to leverage its existing film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/>
              <a:t>Licenses and launch a global streaming platform. This shift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/>
              <a:t>demands evidence-based strategy.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/>
              <a:t>This analysis provides the data intelligence required to</a:t>
            </a:r>
          </a:p>
          <a:p>
            <a:pPr marL="0" indent="0">
              <a:buNone/>
            </a:pPr>
            <a:r>
              <a:rPr lang="en-US" sz="1600" dirty="0"/>
              <a:t> lead </a:t>
            </a:r>
            <a:r>
              <a:rPr lang="en-US" sz="1600" dirty="0" err="1"/>
              <a:t>Rockbuster’s</a:t>
            </a:r>
            <a:r>
              <a:rPr lang="en-US" sz="1600" dirty="0"/>
              <a:t> transformation from rental relic to streaming contender.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394454D-FA25-B243-DFDD-F52A983FCE38}"/>
              </a:ext>
            </a:extLst>
          </p:cNvPr>
          <p:cNvGrpSpPr/>
          <p:nvPr/>
        </p:nvGrpSpPr>
        <p:grpSpPr>
          <a:xfrm>
            <a:off x="7414250" y="2154216"/>
            <a:ext cx="1382963" cy="2827921"/>
            <a:chOff x="7414250" y="2170258"/>
            <a:chExt cx="1382963" cy="2827921"/>
          </a:xfrm>
        </p:grpSpPr>
        <p:grpSp>
          <p:nvGrpSpPr>
            <p:cNvPr id="10" name="Google Shape;691;p58">
              <a:extLst>
                <a:ext uri="{FF2B5EF4-FFF2-40B4-BE49-F238E27FC236}">
                  <a16:creationId xmlns:a16="http://schemas.microsoft.com/office/drawing/2014/main" id="{06D3592A-B823-3A89-8FBC-B8F28D63537C}"/>
                </a:ext>
              </a:extLst>
            </p:cNvPr>
            <p:cNvGrpSpPr/>
            <p:nvPr/>
          </p:nvGrpSpPr>
          <p:grpSpPr>
            <a:xfrm>
              <a:off x="7414250" y="2170258"/>
              <a:ext cx="1382963" cy="2827921"/>
              <a:chOff x="5305425" y="714375"/>
              <a:chExt cx="1943100" cy="3733800"/>
            </a:xfrm>
          </p:grpSpPr>
          <p:sp>
            <p:nvSpPr>
              <p:cNvPr id="11" name="Google Shape;692;p58">
                <a:extLst>
                  <a:ext uri="{FF2B5EF4-FFF2-40B4-BE49-F238E27FC236}">
                    <a16:creationId xmlns:a16="http://schemas.microsoft.com/office/drawing/2014/main" id="{A168E578-73A2-387C-25AB-149B3E77B633}"/>
                  </a:ext>
                </a:extLst>
              </p:cNvPr>
              <p:cNvSpPr/>
              <p:nvPr/>
            </p:nvSpPr>
            <p:spPr>
              <a:xfrm>
                <a:off x="5305425" y="714375"/>
                <a:ext cx="1943100" cy="3733800"/>
              </a:xfrm>
              <a:prstGeom prst="roundRect">
                <a:avLst>
                  <a:gd name="adj" fmla="val 11054"/>
                </a:avLst>
              </a:prstGeom>
              <a:gradFill>
                <a:gsLst>
                  <a:gs pos="0">
                    <a:schemeClr val="lt1"/>
                  </a:gs>
                  <a:gs pos="100000">
                    <a:schemeClr val="lt2"/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2" name="Google Shape;693;p58">
                <a:extLst>
                  <a:ext uri="{FF2B5EF4-FFF2-40B4-BE49-F238E27FC236}">
                    <a16:creationId xmlns:a16="http://schemas.microsoft.com/office/drawing/2014/main" id="{FD470C52-65E0-67AA-0D89-611E0A4B6CA2}"/>
                  </a:ext>
                </a:extLst>
              </p:cNvPr>
              <p:cNvCxnSpPr/>
              <p:nvPr/>
            </p:nvCxnSpPr>
            <p:spPr>
              <a:xfrm>
                <a:off x="5433975" y="4105275"/>
                <a:ext cx="16860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grpSp>
            <p:nvGrpSpPr>
              <p:cNvPr id="13" name="Google Shape;694;p58">
                <a:extLst>
                  <a:ext uri="{FF2B5EF4-FFF2-40B4-BE49-F238E27FC236}">
                    <a16:creationId xmlns:a16="http://schemas.microsoft.com/office/drawing/2014/main" id="{9DA991D2-4ED4-8481-8C0F-B5A504D5A15A}"/>
                  </a:ext>
                </a:extLst>
              </p:cNvPr>
              <p:cNvGrpSpPr/>
              <p:nvPr/>
            </p:nvGrpSpPr>
            <p:grpSpPr>
              <a:xfrm>
                <a:off x="5976900" y="4188200"/>
                <a:ext cx="600150" cy="153900"/>
                <a:chOff x="5984729" y="3340475"/>
                <a:chExt cx="600150" cy="153900"/>
              </a:xfrm>
            </p:grpSpPr>
            <p:sp>
              <p:nvSpPr>
                <p:cNvPr id="15" name="Google Shape;695;p58">
                  <a:extLst>
                    <a:ext uri="{FF2B5EF4-FFF2-40B4-BE49-F238E27FC236}">
                      <a16:creationId xmlns:a16="http://schemas.microsoft.com/office/drawing/2014/main" id="{D8CD1D4B-B7B8-BF15-BC79-CC507E0E2EC6}"/>
                    </a:ext>
                  </a:extLst>
                </p:cNvPr>
                <p:cNvSpPr/>
                <p:nvPr/>
              </p:nvSpPr>
              <p:spPr>
                <a:xfrm>
                  <a:off x="5984729" y="3340475"/>
                  <a:ext cx="162000" cy="153900"/>
                </a:xfrm>
                <a:prstGeom prst="star5">
                  <a:avLst>
                    <a:gd name="adj" fmla="val 19098"/>
                    <a:gd name="hf" fmla="val 105146"/>
                    <a:gd name="vf" fmla="val 110557"/>
                  </a:avLst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" name="Google Shape;696;p58">
                  <a:extLst>
                    <a:ext uri="{FF2B5EF4-FFF2-40B4-BE49-F238E27FC236}">
                      <a16:creationId xmlns:a16="http://schemas.microsoft.com/office/drawing/2014/main" id="{4A94C6FF-8B86-B70A-3657-7E8A62D19886}"/>
                    </a:ext>
                  </a:extLst>
                </p:cNvPr>
                <p:cNvSpPr/>
                <p:nvPr/>
              </p:nvSpPr>
              <p:spPr>
                <a:xfrm>
                  <a:off x="6213329" y="3340475"/>
                  <a:ext cx="162000" cy="153900"/>
                </a:xfrm>
                <a:prstGeom prst="star5">
                  <a:avLst>
                    <a:gd name="adj" fmla="val 19098"/>
                    <a:gd name="hf" fmla="val 105146"/>
                    <a:gd name="vf" fmla="val 110557"/>
                  </a:avLst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" name="Google Shape;697;p58">
                  <a:extLst>
                    <a:ext uri="{FF2B5EF4-FFF2-40B4-BE49-F238E27FC236}">
                      <a16:creationId xmlns:a16="http://schemas.microsoft.com/office/drawing/2014/main" id="{6090E87A-35F3-2466-86A0-32FB8B07CCEF}"/>
                    </a:ext>
                  </a:extLst>
                </p:cNvPr>
                <p:cNvSpPr/>
                <p:nvPr/>
              </p:nvSpPr>
              <p:spPr>
                <a:xfrm>
                  <a:off x="6422879" y="3340475"/>
                  <a:ext cx="162000" cy="153900"/>
                </a:xfrm>
                <a:prstGeom prst="star5">
                  <a:avLst>
                    <a:gd name="adj" fmla="val 19098"/>
                    <a:gd name="hf" fmla="val 105146"/>
                    <a:gd name="vf" fmla="val 110557"/>
                  </a:avLst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cxnSp>
            <p:nvCxnSpPr>
              <p:cNvPr id="14" name="Google Shape;698;p58">
                <a:extLst>
                  <a:ext uri="{FF2B5EF4-FFF2-40B4-BE49-F238E27FC236}">
                    <a16:creationId xmlns:a16="http://schemas.microsoft.com/office/drawing/2014/main" id="{3179DABC-00C5-90F5-C3DE-6A9D22E1C99D}"/>
                  </a:ext>
                </a:extLst>
              </p:cNvPr>
              <p:cNvCxnSpPr/>
              <p:nvPr/>
            </p:nvCxnSpPr>
            <p:spPr>
              <a:xfrm>
                <a:off x="6105525" y="890653"/>
                <a:ext cx="3429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pic>
          <p:nvPicPr>
            <p:cNvPr id="18" name="Google Shape;699;p58">
              <a:extLst>
                <a:ext uri="{FF2B5EF4-FFF2-40B4-BE49-F238E27FC236}">
                  <a16:creationId xmlns:a16="http://schemas.microsoft.com/office/drawing/2014/main" id="{B01E1A38-C567-06CF-797B-96835E89024A}"/>
                </a:ext>
              </a:extLst>
            </p:cNvPr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7520902" y="2366574"/>
              <a:ext cx="1184818" cy="2241705"/>
            </a:xfrm>
            <a:prstGeom prst="roundRect">
              <a:avLst>
                <a:gd name="adj" fmla="val 9046"/>
              </a:avLst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p40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Business Questions</a:t>
            </a:r>
            <a:endParaRPr/>
          </a:p>
        </p:txBody>
      </p:sp>
      <p:sp>
        <p:nvSpPr>
          <p:cNvPr id="392" name="Google Shape;392;p40"/>
          <p:cNvSpPr txBox="1">
            <a:spLocks noGrp="1"/>
          </p:cNvSpPr>
          <p:nvPr>
            <p:ph type="title" idx="3"/>
          </p:nvPr>
        </p:nvSpPr>
        <p:spPr>
          <a:xfrm>
            <a:off x="4710727" y="1264816"/>
            <a:ext cx="969300" cy="804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393" name="Google Shape;393;p40"/>
          <p:cNvSpPr txBox="1">
            <a:spLocks noGrp="1"/>
          </p:cNvSpPr>
          <p:nvPr>
            <p:ph type="title" idx="4"/>
          </p:nvPr>
        </p:nvSpPr>
        <p:spPr>
          <a:xfrm>
            <a:off x="4710727" y="2977356"/>
            <a:ext cx="969300" cy="804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394" name="Google Shape;394;p40"/>
          <p:cNvSpPr txBox="1">
            <a:spLocks noGrp="1"/>
          </p:cNvSpPr>
          <p:nvPr>
            <p:ph type="subTitle" idx="5"/>
          </p:nvPr>
        </p:nvSpPr>
        <p:spPr>
          <a:xfrm>
            <a:off x="5680027" y="1352040"/>
            <a:ext cx="3223341" cy="1171346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latin typeface="Didact Gothic" pitchFamily="2" charset="0"/>
              </a:rPr>
              <a:t>Where are our most valuable customers located today?</a:t>
            </a:r>
            <a:endParaRPr sz="2400" dirty="0">
              <a:latin typeface="Didact Gothic" pitchFamily="2" charset="0"/>
            </a:endParaRPr>
          </a:p>
        </p:txBody>
      </p:sp>
      <p:sp>
        <p:nvSpPr>
          <p:cNvPr id="395" name="Google Shape;395;p40"/>
          <p:cNvSpPr txBox="1">
            <a:spLocks noGrp="1"/>
          </p:cNvSpPr>
          <p:nvPr>
            <p:ph type="subTitle" idx="6"/>
          </p:nvPr>
        </p:nvSpPr>
        <p:spPr>
          <a:xfrm>
            <a:off x="5680027" y="3247601"/>
            <a:ext cx="3223341" cy="176251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latin typeface="Didact Gothic" pitchFamily="2" charset="0"/>
              </a:rPr>
              <a:t>How do we leverage data to unlock smarter expansion and future-proof </a:t>
            </a:r>
            <a:r>
              <a:rPr lang="en-US" sz="2400" dirty="0" err="1">
                <a:latin typeface="Didact Gothic" pitchFamily="2" charset="0"/>
              </a:rPr>
              <a:t>Rockbuster’s</a:t>
            </a:r>
            <a:r>
              <a:rPr lang="en-US" sz="2400" dirty="0">
                <a:latin typeface="Didact Gothic" pitchFamily="2" charset="0"/>
              </a:rPr>
              <a:t> brand?</a:t>
            </a:r>
            <a:endParaRPr sz="2400" dirty="0">
              <a:latin typeface="Didact Gothic" pitchFamily="2" charset="0"/>
            </a:endParaRPr>
          </a:p>
        </p:txBody>
      </p:sp>
      <p:sp>
        <p:nvSpPr>
          <p:cNvPr id="398" name="Google Shape;398;p40"/>
          <p:cNvSpPr txBox="1">
            <a:spLocks noGrp="1"/>
          </p:cNvSpPr>
          <p:nvPr>
            <p:ph type="title" idx="9"/>
          </p:nvPr>
        </p:nvSpPr>
        <p:spPr>
          <a:xfrm>
            <a:off x="360152" y="1264816"/>
            <a:ext cx="969300" cy="804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399" name="Google Shape;399;p40"/>
          <p:cNvSpPr txBox="1">
            <a:spLocks noGrp="1"/>
          </p:cNvSpPr>
          <p:nvPr>
            <p:ph type="title" idx="13"/>
          </p:nvPr>
        </p:nvSpPr>
        <p:spPr>
          <a:xfrm>
            <a:off x="360152" y="3013983"/>
            <a:ext cx="969300" cy="804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400" name="Google Shape;400;p40"/>
          <p:cNvSpPr txBox="1">
            <a:spLocks noGrp="1"/>
          </p:cNvSpPr>
          <p:nvPr>
            <p:ph type="subTitle" idx="14"/>
          </p:nvPr>
        </p:nvSpPr>
        <p:spPr>
          <a:xfrm>
            <a:off x="1329452" y="1300435"/>
            <a:ext cx="3381275" cy="1281396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latin typeface="Didact Gothic" pitchFamily="2" charset="0"/>
              </a:rPr>
              <a:t>Which markets will give </a:t>
            </a:r>
            <a:r>
              <a:rPr lang="en" sz="2400" dirty="0" err="1">
                <a:latin typeface="Didact Gothic" pitchFamily="2" charset="0"/>
              </a:rPr>
              <a:t>Rockbuster</a:t>
            </a:r>
            <a:r>
              <a:rPr lang="en" sz="2400" dirty="0">
                <a:latin typeface="Didact Gothic" pitchFamily="2" charset="0"/>
              </a:rPr>
              <a:t> the biggest footprint at launch?</a:t>
            </a:r>
            <a:endParaRPr sz="2400" dirty="0">
              <a:latin typeface="Didact Gothic" pitchFamily="2" charset="0"/>
            </a:endParaRPr>
          </a:p>
        </p:txBody>
      </p:sp>
      <p:sp>
        <p:nvSpPr>
          <p:cNvPr id="401" name="Google Shape;401;p40"/>
          <p:cNvSpPr txBox="1">
            <a:spLocks noGrp="1"/>
          </p:cNvSpPr>
          <p:nvPr>
            <p:ph type="subTitle" idx="15"/>
          </p:nvPr>
        </p:nvSpPr>
        <p:spPr>
          <a:xfrm>
            <a:off x="1329452" y="3070643"/>
            <a:ext cx="3196316" cy="1281396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latin typeface="Didact Gothic" pitchFamily="2" charset="0"/>
              </a:rPr>
              <a:t>Which film and genres win, and which fail to monetize?</a:t>
            </a:r>
            <a:endParaRPr sz="2400" dirty="0">
              <a:latin typeface="Didact Gothic" pitchFamily="2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491;p47"/>
          <p:cNvSpPr txBox="1">
            <a:spLocks noGrp="1"/>
          </p:cNvSpPr>
          <p:nvPr>
            <p:ph type="title"/>
          </p:nvPr>
        </p:nvSpPr>
        <p:spPr>
          <a:xfrm>
            <a:off x="720000" y="249563"/>
            <a:ext cx="7704000" cy="97395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Rental Economics Snapshot</a:t>
            </a:r>
            <a:br>
              <a:rPr lang="en" sz="3600"/>
            </a:br>
            <a:r>
              <a:rPr lang="en" sz="2400">
                <a:solidFill>
                  <a:schemeClr val="tx2"/>
                </a:solidFill>
                <a:latin typeface="Didact Gothic" pitchFamily="2" charset="0"/>
              </a:rPr>
              <a:t>Stable pricing and engagement levels</a:t>
            </a:r>
            <a:endParaRPr sz="3600">
              <a:solidFill>
                <a:schemeClr val="tx2"/>
              </a:solidFill>
            </a:endParaRPr>
          </a:p>
        </p:txBody>
      </p:sp>
      <p:sp>
        <p:nvSpPr>
          <p:cNvPr id="492" name="Google Shape;492;p47"/>
          <p:cNvSpPr txBox="1">
            <a:spLocks noGrp="1"/>
          </p:cNvSpPr>
          <p:nvPr>
            <p:ph type="subTitle" idx="1"/>
          </p:nvPr>
        </p:nvSpPr>
        <p:spPr>
          <a:xfrm>
            <a:off x="912999" y="1649545"/>
            <a:ext cx="1415685" cy="50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Avg Rental Rate</a:t>
            </a:r>
            <a:endParaRPr/>
          </a:p>
        </p:txBody>
      </p:sp>
      <p:sp>
        <p:nvSpPr>
          <p:cNvPr id="493" name="Google Shape;493;p47"/>
          <p:cNvSpPr txBox="1">
            <a:spLocks noGrp="1"/>
          </p:cNvSpPr>
          <p:nvPr>
            <p:ph type="subTitle" idx="2"/>
          </p:nvPr>
        </p:nvSpPr>
        <p:spPr>
          <a:xfrm>
            <a:off x="5122383" y="4178846"/>
            <a:ext cx="1614916" cy="50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Avg Revenue per Customer</a:t>
            </a:r>
            <a:endParaRPr/>
          </a:p>
        </p:txBody>
      </p:sp>
      <p:sp>
        <p:nvSpPr>
          <p:cNvPr id="494" name="Google Shape;494;p47"/>
          <p:cNvSpPr txBox="1">
            <a:spLocks noGrp="1"/>
          </p:cNvSpPr>
          <p:nvPr>
            <p:ph type="subTitle" idx="3"/>
          </p:nvPr>
        </p:nvSpPr>
        <p:spPr>
          <a:xfrm>
            <a:off x="5927446" y="1899829"/>
            <a:ext cx="1358068" cy="50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Total Revenue</a:t>
            </a:r>
            <a:endParaRPr/>
          </a:p>
        </p:txBody>
      </p:sp>
      <p:sp>
        <p:nvSpPr>
          <p:cNvPr id="496" name="Google Shape;496;p47"/>
          <p:cNvSpPr txBox="1">
            <a:spLocks noGrp="1"/>
          </p:cNvSpPr>
          <p:nvPr>
            <p:ph type="subTitle" idx="5"/>
          </p:nvPr>
        </p:nvSpPr>
        <p:spPr>
          <a:xfrm>
            <a:off x="1112574" y="1263466"/>
            <a:ext cx="1689900" cy="50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$2.98</a:t>
            </a:r>
            <a:endParaRPr/>
          </a:p>
        </p:txBody>
      </p:sp>
      <p:sp>
        <p:nvSpPr>
          <p:cNvPr id="498" name="Google Shape;498;p47"/>
          <p:cNvSpPr txBox="1">
            <a:spLocks noGrp="1"/>
          </p:cNvSpPr>
          <p:nvPr>
            <p:ph type="subTitle" idx="7"/>
          </p:nvPr>
        </p:nvSpPr>
        <p:spPr>
          <a:xfrm>
            <a:off x="1022929" y="3940297"/>
            <a:ext cx="1038410" cy="50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$4.20</a:t>
            </a:r>
            <a:endParaRPr/>
          </a:p>
        </p:txBody>
      </p:sp>
      <p:grpSp>
        <p:nvGrpSpPr>
          <p:cNvPr id="500" name="Google Shape;500;p47"/>
          <p:cNvGrpSpPr/>
          <p:nvPr/>
        </p:nvGrpSpPr>
        <p:grpSpPr>
          <a:xfrm>
            <a:off x="2080594" y="1801940"/>
            <a:ext cx="1527195" cy="1365335"/>
            <a:chOff x="1212408" y="1340165"/>
            <a:chExt cx="425483" cy="380388"/>
          </a:xfrm>
        </p:grpSpPr>
        <p:sp>
          <p:nvSpPr>
            <p:cNvPr id="501" name="Google Shape;501;p47"/>
            <p:cNvSpPr/>
            <p:nvPr/>
          </p:nvSpPr>
          <p:spPr>
            <a:xfrm>
              <a:off x="1268058" y="1543432"/>
              <a:ext cx="88931" cy="77859"/>
            </a:xfrm>
            <a:custGeom>
              <a:avLst/>
              <a:gdLst/>
              <a:ahLst/>
              <a:cxnLst/>
              <a:rect l="l" t="t" r="r" b="b"/>
              <a:pathLst>
                <a:path w="2755" h="2412" extrusionOk="0">
                  <a:moveTo>
                    <a:pt x="1377" y="386"/>
                  </a:moveTo>
                  <a:cubicBezTo>
                    <a:pt x="1660" y="386"/>
                    <a:pt x="1937" y="534"/>
                    <a:pt x="2087" y="796"/>
                  </a:cubicBezTo>
                  <a:cubicBezTo>
                    <a:pt x="2265" y="1104"/>
                    <a:pt x="2220" y="1480"/>
                    <a:pt x="2002" y="1737"/>
                  </a:cubicBezTo>
                  <a:cubicBezTo>
                    <a:pt x="1639" y="1370"/>
                    <a:pt x="1370" y="911"/>
                    <a:pt x="1229" y="401"/>
                  </a:cubicBezTo>
                  <a:cubicBezTo>
                    <a:pt x="1278" y="391"/>
                    <a:pt x="1328" y="386"/>
                    <a:pt x="1377" y="386"/>
                  </a:cubicBezTo>
                  <a:close/>
                  <a:moveTo>
                    <a:pt x="872" y="561"/>
                  </a:moveTo>
                  <a:cubicBezTo>
                    <a:pt x="1029" y="1094"/>
                    <a:pt x="1312" y="1574"/>
                    <a:pt x="1685" y="1965"/>
                  </a:cubicBezTo>
                  <a:cubicBezTo>
                    <a:pt x="1586" y="2005"/>
                    <a:pt x="1482" y="2025"/>
                    <a:pt x="1380" y="2025"/>
                  </a:cubicBezTo>
                  <a:cubicBezTo>
                    <a:pt x="1096" y="2025"/>
                    <a:pt x="820" y="1878"/>
                    <a:pt x="668" y="1616"/>
                  </a:cubicBezTo>
                  <a:cubicBezTo>
                    <a:pt x="462" y="1258"/>
                    <a:pt x="557" y="809"/>
                    <a:pt x="872" y="561"/>
                  </a:cubicBezTo>
                  <a:close/>
                  <a:moveTo>
                    <a:pt x="1376" y="0"/>
                  </a:moveTo>
                  <a:cubicBezTo>
                    <a:pt x="1172" y="0"/>
                    <a:pt x="964" y="52"/>
                    <a:pt x="775" y="162"/>
                  </a:cubicBezTo>
                  <a:cubicBezTo>
                    <a:pt x="200" y="494"/>
                    <a:pt x="1" y="1233"/>
                    <a:pt x="334" y="1808"/>
                  </a:cubicBezTo>
                  <a:cubicBezTo>
                    <a:pt x="557" y="2195"/>
                    <a:pt x="963" y="2411"/>
                    <a:pt x="1380" y="2411"/>
                  </a:cubicBezTo>
                  <a:cubicBezTo>
                    <a:pt x="1585" y="2411"/>
                    <a:pt x="1792" y="2360"/>
                    <a:pt x="1981" y="2250"/>
                  </a:cubicBezTo>
                  <a:cubicBezTo>
                    <a:pt x="2557" y="1918"/>
                    <a:pt x="2755" y="1179"/>
                    <a:pt x="2423" y="603"/>
                  </a:cubicBezTo>
                  <a:cubicBezTo>
                    <a:pt x="2200" y="217"/>
                    <a:pt x="1793" y="0"/>
                    <a:pt x="137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" name="Google Shape;502;p47"/>
            <p:cNvSpPr/>
            <p:nvPr/>
          </p:nvSpPr>
          <p:spPr>
            <a:xfrm>
              <a:off x="1268058" y="1439394"/>
              <a:ext cx="88931" cy="77892"/>
            </a:xfrm>
            <a:custGeom>
              <a:avLst/>
              <a:gdLst/>
              <a:ahLst/>
              <a:cxnLst/>
              <a:rect l="l" t="t" r="r" b="b"/>
              <a:pathLst>
                <a:path w="2755" h="2413" extrusionOk="0">
                  <a:moveTo>
                    <a:pt x="1380" y="388"/>
                  </a:moveTo>
                  <a:cubicBezTo>
                    <a:pt x="1482" y="388"/>
                    <a:pt x="1587" y="407"/>
                    <a:pt x="1686" y="448"/>
                  </a:cubicBezTo>
                  <a:cubicBezTo>
                    <a:pt x="1312" y="839"/>
                    <a:pt x="1029" y="1319"/>
                    <a:pt x="872" y="1852"/>
                  </a:cubicBezTo>
                  <a:cubicBezTo>
                    <a:pt x="557" y="1605"/>
                    <a:pt x="462" y="1155"/>
                    <a:pt x="668" y="798"/>
                  </a:cubicBezTo>
                  <a:cubicBezTo>
                    <a:pt x="820" y="534"/>
                    <a:pt x="1096" y="388"/>
                    <a:pt x="1380" y="388"/>
                  </a:cubicBezTo>
                  <a:close/>
                  <a:moveTo>
                    <a:pt x="2002" y="677"/>
                  </a:moveTo>
                  <a:cubicBezTo>
                    <a:pt x="2220" y="933"/>
                    <a:pt x="2265" y="1308"/>
                    <a:pt x="2087" y="1616"/>
                  </a:cubicBezTo>
                  <a:cubicBezTo>
                    <a:pt x="1936" y="1879"/>
                    <a:pt x="1659" y="2026"/>
                    <a:pt x="1376" y="2026"/>
                  </a:cubicBezTo>
                  <a:cubicBezTo>
                    <a:pt x="1327" y="2026"/>
                    <a:pt x="1278" y="2022"/>
                    <a:pt x="1229" y="2013"/>
                  </a:cubicBezTo>
                  <a:cubicBezTo>
                    <a:pt x="1370" y="1501"/>
                    <a:pt x="1639" y="1043"/>
                    <a:pt x="2002" y="677"/>
                  </a:cubicBezTo>
                  <a:close/>
                  <a:moveTo>
                    <a:pt x="1380" y="1"/>
                  </a:moveTo>
                  <a:cubicBezTo>
                    <a:pt x="963" y="1"/>
                    <a:pt x="557" y="217"/>
                    <a:pt x="334" y="604"/>
                  </a:cubicBezTo>
                  <a:cubicBezTo>
                    <a:pt x="1" y="1180"/>
                    <a:pt x="200" y="1918"/>
                    <a:pt x="775" y="2252"/>
                  </a:cubicBezTo>
                  <a:cubicBezTo>
                    <a:pt x="965" y="2360"/>
                    <a:pt x="1172" y="2413"/>
                    <a:pt x="1376" y="2413"/>
                  </a:cubicBezTo>
                  <a:cubicBezTo>
                    <a:pt x="1793" y="2413"/>
                    <a:pt x="2199" y="2196"/>
                    <a:pt x="2423" y="1810"/>
                  </a:cubicBezTo>
                  <a:cubicBezTo>
                    <a:pt x="2755" y="1234"/>
                    <a:pt x="2557" y="495"/>
                    <a:pt x="1981" y="162"/>
                  </a:cubicBezTo>
                  <a:cubicBezTo>
                    <a:pt x="1792" y="53"/>
                    <a:pt x="1585" y="1"/>
                    <a:pt x="138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" name="Google Shape;503;p47"/>
            <p:cNvSpPr/>
            <p:nvPr/>
          </p:nvSpPr>
          <p:spPr>
            <a:xfrm>
              <a:off x="1363639" y="1595403"/>
              <a:ext cx="77924" cy="77924"/>
            </a:xfrm>
            <a:custGeom>
              <a:avLst/>
              <a:gdLst/>
              <a:ahLst/>
              <a:cxnLst/>
              <a:rect l="l" t="t" r="r" b="b"/>
              <a:pathLst>
                <a:path w="2414" h="2414" extrusionOk="0">
                  <a:moveTo>
                    <a:pt x="1207" y="387"/>
                  </a:moveTo>
                  <a:cubicBezTo>
                    <a:pt x="1564" y="387"/>
                    <a:pt x="1867" y="616"/>
                    <a:pt x="1980" y="934"/>
                  </a:cubicBezTo>
                  <a:cubicBezTo>
                    <a:pt x="1733" y="998"/>
                    <a:pt x="1473" y="1033"/>
                    <a:pt x="1207" y="1033"/>
                  </a:cubicBezTo>
                  <a:cubicBezTo>
                    <a:pt x="940" y="1033"/>
                    <a:pt x="682" y="998"/>
                    <a:pt x="435" y="934"/>
                  </a:cubicBezTo>
                  <a:cubicBezTo>
                    <a:pt x="547" y="616"/>
                    <a:pt x="851" y="387"/>
                    <a:pt x="1207" y="387"/>
                  </a:cubicBezTo>
                  <a:close/>
                  <a:moveTo>
                    <a:pt x="396" y="1322"/>
                  </a:moveTo>
                  <a:lnTo>
                    <a:pt x="396" y="1322"/>
                  </a:lnTo>
                  <a:cubicBezTo>
                    <a:pt x="656" y="1386"/>
                    <a:pt x="928" y="1420"/>
                    <a:pt x="1207" y="1420"/>
                  </a:cubicBezTo>
                  <a:cubicBezTo>
                    <a:pt x="1487" y="1420"/>
                    <a:pt x="1758" y="1386"/>
                    <a:pt x="2018" y="1322"/>
                  </a:cubicBezTo>
                  <a:lnTo>
                    <a:pt x="2018" y="1322"/>
                  </a:lnTo>
                  <a:cubicBezTo>
                    <a:pt x="1961" y="1720"/>
                    <a:pt x="1620" y="2026"/>
                    <a:pt x="1207" y="2026"/>
                  </a:cubicBezTo>
                  <a:cubicBezTo>
                    <a:pt x="795" y="2026"/>
                    <a:pt x="452" y="1719"/>
                    <a:pt x="396" y="1322"/>
                  </a:cubicBezTo>
                  <a:close/>
                  <a:moveTo>
                    <a:pt x="1207" y="0"/>
                  </a:moveTo>
                  <a:cubicBezTo>
                    <a:pt x="542" y="0"/>
                    <a:pt x="1" y="542"/>
                    <a:pt x="1" y="1206"/>
                  </a:cubicBezTo>
                  <a:cubicBezTo>
                    <a:pt x="1" y="1872"/>
                    <a:pt x="542" y="2413"/>
                    <a:pt x="1207" y="2413"/>
                  </a:cubicBezTo>
                  <a:cubicBezTo>
                    <a:pt x="1872" y="2413"/>
                    <a:pt x="2414" y="1872"/>
                    <a:pt x="2414" y="1206"/>
                  </a:cubicBezTo>
                  <a:cubicBezTo>
                    <a:pt x="2414" y="542"/>
                    <a:pt x="1872" y="0"/>
                    <a:pt x="120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" name="Google Shape;504;p47"/>
            <p:cNvSpPr/>
            <p:nvPr/>
          </p:nvSpPr>
          <p:spPr>
            <a:xfrm>
              <a:off x="1363639" y="1387423"/>
              <a:ext cx="77924" cy="77859"/>
            </a:xfrm>
            <a:custGeom>
              <a:avLst/>
              <a:gdLst/>
              <a:ahLst/>
              <a:cxnLst/>
              <a:rect l="l" t="t" r="r" b="b"/>
              <a:pathLst>
                <a:path w="2414" h="2412" extrusionOk="0">
                  <a:moveTo>
                    <a:pt x="1207" y="387"/>
                  </a:moveTo>
                  <a:cubicBezTo>
                    <a:pt x="1620" y="387"/>
                    <a:pt x="1962" y="693"/>
                    <a:pt x="2018" y="1090"/>
                  </a:cubicBezTo>
                  <a:cubicBezTo>
                    <a:pt x="1758" y="1028"/>
                    <a:pt x="1487" y="993"/>
                    <a:pt x="1207" y="993"/>
                  </a:cubicBezTo>
                  <a:cubicBezTo>
                    <a:pt x="928" y="993"/>
                    <a:pt x="656" y="1028"/>
                    <a:pt x="396" y="1091"/>
                  </a:cubicBezTo>
                  <a:cubicBezTo>
                    <a:pt x="452" y="693"/>
                    <a:pt x="795" y="387"/>
                    <a:pt x="1207" y="387"/>
                  </a:cubicBezTo>
                  <a:close/>
                  <a:moveTo>
                    <a:pt x="1207" y="1379"/>
                  </a:moveTo>
                  <a:cubicBezTo>
                    <a:pt x="1474" y="1379"/>
                    <a:pt x="1733" y="1415"/>
                    <a:pt x="1979" y="1480"/>
                  </a:cubicBezTo>
                  <a:cubicBezTo>
                    <a:pt x="1866" y="1798"/>
                    <a:pt x="1562" y="2025"/>
                    <a:pt x="1207" y="2025"/>
                  </a:cubicBezTo>
                  <a:cubicBezTo>
                    <a:pt x="851" y="2025"/>
                    <a:pt x="547" y="1797"/>
                    <a:pt x="435" y="1479"/>
                  </a:cubicBezTo>
                  <a:cubicBezTo>
                    <a:pt x="682" y="1414"/>
                    <a:pt x="940" y="1379"/>
                    <a:pt x="1207" y="1379"/>
                  </a:cubicBezTo>
                  <a:close/>
                  <a:moveTo>
                    <a:pt x="1207" y="0"/>
                  </a:moveTo>
                  <a:cubicBezTo>
                    <a:pt x="542" y="0"/>
                    <a:pt x="1" y="541"/>
                    <a:pt x="1" y="1206"/>
                  </a:cubicBezTo>
                  <a:cubicBezTo>
                    <a:pt x="1" y="1871"/>
                    <a:pt x="542" y="2412"/>
                    <a:pt x="1207" y="2412"/>
                  </a:cubicBezTo>
                  <a:cubicBezTo>
                    <a:pt x="1872" y="2412"/>
                    <a:pt x="2414" y="1871"/>
                    <a:pt x="2414" y="1206"/>
                  </a:cubicBezTo>
                  <a:cubicBezTo>
                    <a:pt x="2414" y="541"/>
                    <a:pt x="1872" y="0"/>
                    <a:pt x="120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" name="Google Shape;505;p47"/>
            <p:cNvSpPr/>
            <p:nvPr/>
          </p:nvSpPr>
          <p:spPr>
            <a:xfrm>
              <a:off x="1448213" y="1543432"/>
              <a:ext cx="88899" cy="77859"/>
            </a:xfrm>
            <a:custGeom>
              <a:avLst/>
              <a:gdLst/>
              <a:ahLst/>
              <a:cxnLst/>
              <a:rect l="l" t="t" r="r" b="b"/>
              <a:pathLst>
                <a:path w="2754" h="2412" extrusionOk="0">
                  <a:moveTo>
                    <a:pt x="1379" y="386"/>
                  </a:moveTo>
                  <a:cubicBezTo>
                    <a:pt x="1428" y="386"/>
                    <a:pt x="1477" y="391"/>
                    <a:pt x="1526" y="401"/>
                  </a:cubicBezTo>
                  <a:cubicBezTo>
                    <a:pt x="1386" y="911"/>
                    <a:pt x="1115" y="1370"/>
                    <a:pt x="753" y="1737"/>
                  </a:cubicBezTo>
                  <a:cubicBezTo>
                    <a:pt x="536" y="1479"/>
                    <a:pt x="490" y="1104"/>
                    <a:pt x="668" y="796"/>
                  </a:cubicBezTo>
                  <a:cubicBezTo>
                    <a:pt x="819" y="534"/>
                    <a:pt x="1096" y="386"/>
                    <a:pt x="1379" y="386"/>
                  </a:cubicBezTo>
                  <a:close/>
                  <a:moveTo>
                    <a:pt x="1882" y="561"/>
                  </a:moveTo>
                  <a:cubicBezTo>
                    <a:pt x="2199" y="809"/>
                    <a:pt x="2293" y="1258"/>
                    <a:pt x="2087" y="1616"/>
                  </a:cubicBezTo>
                  <a:cubicBezTo>
                    <a:pt x="1935" y="1878"/>
                    <a:pt x="1659" y="2025"/>
                    <a:pt x="1375" y="2025"/>
                  </a:cubicBezTo>
                  <a:cubicBezTo>
                    <a:pt x="1272" y="2025"/>
                    <a:pt x="1168" y="2005"/>
                    <a:pt x="1069" y="1965"/>
                  </a:cubicBezTo>
                  <a:cubicBezTo>
                    <a:pt x="1443" y="1574"/>
                    <a:pt x="1726" y="1094"/>
                    <a:pt x="1882" y="561"/>
                  </a:cubicBezTo>
                  <a:close/>
                  <a:moveTo>
                    <a:pt x="1379" y="0"/>
                  </a:moveTo>
                  <a:cubicBezTo>
                    <a:pt x="962" y="0"/>
                    <a:pt x="556" y="217"/>
                    <a:pt x="333" y="603"/>
                  </a:cubicBezTo>
                  <a:cubicBezTo>
                    <a:pt x="1" y="1179"/>
                    <a:pt x="199" y="1918"/>
                    <a:pt x="775" y="2250"/>
                  </a:cubicBezTo>
                  <a:cubicBezTo>
                    <a:pt x="963" y="2360"/>
                    <a:pt x="1171" y="2411"/>
                    <a:pt x="1376" y="2411"/>
                  </a:cubicBezTo>
                  <a:cubicBezTo>
                    <a:pt x="1793" y="2411"/>
                    <a:pt x="2199" y="2195"/>
                    <a:pt x="2421" y="1808"/>
                  </a:cubicBezTo>
                  <a:cubicBezTo>
                    <a:pt x="2754" y="1233"/>
                    <a:pt x="2556" y="494"/>
                    <a:pt x="1981" y="162"/>
                  </a:cubicBezTo>
                  <a:cubicBezTo>
                    <a:pt x="1791" y="52"/>
                    <a:pt x="1584" y="0"/>
                    <a:pt x="137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" name="Google Shape;506;p47"/>
            <p:cNvSpPr/>
            <p:nvPr/>
          </p:nvSpPr>
          <p:spPr>
            <a:xfrm>
              <a:off x="1448213" y="1439394"/>
              <a:ext cx="88899" cy="77892"/>
            </a:xfrm>
            <a:custGeom>
              <a:avLst/>
              <a:gdLst/>
              <a:ahLst/>
              <a:cxnLst/>
              <a:rect l="l" t="t" r="r" b="b"/>
              <a:pathLst>
                <a:path w="2754" h="2413" extrusionOk="0">
                  <a:moveTo>
                    <a:pt x="1376" y="388"/>
                  </a:moveTo>
                  <a:cubicBezTo>
                    <a:pt x="1660" y="388"/>
                    <a:pt x="1935" y="534"/>
                    <a:pt x="2087" y="797"/>
                  </a:cubicBezTo>
                  <a:cubicBezTo>
                    <a:pt x="2293" y="1155"/>
                    <a:pt x="2199" y="1605"/>
                    <a:pt x="1882" y="1852"/>
                  </a:cubicBezTo>
                  <a:cubicBezTo>
                    <a:pt x="1726" y="1319"/>
                    <a:pt x="1443" y="839"/>
                    <a:pt x="1069" y="448"/>
                  </a:cubicBezTo>
                  <a:cubicBezTo>
                    <a:pt x="1168" y="407"/>
                    <a:pt x="1273" y="388"/>
                    <a:pt x="1376" y="388"/>
                  </a:cubicBezTo>
                  <a:close/>
                  <a:moveTo>
                    <a:pt x="753" y="677"/>
                  </a:moveTo>
                  <a:cubicBezTo>
                    <a:pt x="1116" y="1043"/>
                    <a:pt x="1386" y="1501"/>
                    <a:pt x="1526" y="2013"/>
                  </a:cubicBezTo>
                  <a:cubicBezTo>
                    <a:pt x="1478" y="2022"/>
                    <a:pt x="1428" y="2026"/>
                    <a:pt x="1380" y="2026"/>
                  </a:cubicBezTo>
                  <a:cubicBezTo>
                    <a:pt x="1096" y="2026"/>
                    <a:pt x="819" y="1879"/>
                    <a:pt x="668" y="1616"/>
                  </a:cubicBezTo>
                  <a:cubicBezTo>
                    <a:pt x="491" y="1309"/>
                    <a:pt x="536" y="933"/>
                    <a:pt x="753" y="677"/>
                  </a:cubicBezTo>
                  <a:close/>
                  <a:moveTo>
                    <a:pt x="1375" y="1"/>
                  </a:moveTo>
                  <a:cubicBezTo>
                    <a:pt x="1171" y="1"/>
                    <a:pt x="964" y="53"/>
                    <a:pt x="775" y="162"/>
                  </a:cubicBezTo>
                  <a:cubicBezTo>
                    <a:pt x="199" y="495"/>
                    <a:pt x="1" y="1234"/>
                    <a:pt x="333" y="1810"/>
                  </a:cubicBezTo>
                  <a:cubicBezTo>
                    <a:pt x="556" y="2196"/>
                    <a:pt x="962" y="2413"/>
                    <a:pt x="1380" y="2413"/>
                  </a:cubicBezTo>
                  <a:cubicBezTo>
                    <a:pt x="1584" y="2413"/>
                    <a:pt x="1791" y="2360"/>
                    <a:pt x="1981" y="2252"/>
                  </a:cubicBezTo>
                  <a:cubicBezTo>
                    <a:pt x="2556" y="1918"/>
                    <a:pt x="2754" y="1180"/>
                    <a:pt x="2421" y="604"/>
                  </a:cubicBezTo>
                  <a:cubicBezTo>
                    <a:pt x="2198" y="217"/>
                    <a:pt x="1792" y="1"/>
                    <a:pt x="137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" name="Google Shape;507;p47"/>
            <p:cNvSpPr/>
            <p:nvPr/>
          </p:nvSpPr>
          <p:spPr>
            <a:xfrm>
              <a:off x="1369805" y="1497562"/>
              <a:ext cx="65593" cy="65593"/>
            </a:xfrm>
            <a:custGeom>
              <a:avLst/>
              <a:gdLst/>
              <a:ahLst/>
              <a:cxnLst/>
              <a:rect l="l" t="t" r="r" b="b"/>
              <a:pathLst>
                <a:path w="2032" h="2032" extrusionOk="0">
                  <a:moveTo>
                    <a:pt x="1016" y="387"/>
                  </a:moveTo>
                  <a:cubicBezTo>
                    <a:pt x="1363" y="387"/>
                    <a:pt x="1645" y="669"/>
                    <a:pt x="1645" y="1016"/>
                  </a:cubicBezTo>
                  <a:cubicBezTo>
                    <a:pt x="1645" y="1362"/>
                    <a:pt x="1363" y="1645"/>
                    <a:pt x="1016" y="1645"/>
                  </a:cubicBezTo>
                  <a:cubicBezTo>
                    <a:pt x="669" y="1645"/>
                    <a:pt x="387" y="1362"/>
                    <a:pt x="387" y="1016"/>
                  </a:cubicBezTo>
                  <a:cubicBezTo>
                    <a:pt x="387" y="669"/>
                    <a:pt x="669" y="387"/>
                    <a:pt x="1016" y="387"/>
                  </a:cubicBezTo>
                  <a:close/>
                  <a:moveTo>
                    <a:pt x="1016" y="1"/>
                  </a:moveTo>
                  <a:cubicBezTo>
                    <a:pt x="456" y="1"/>
                    <a:pt x="1" y="456"/>
                    <a:pt x="1" y="1016"/>
                  </a:cubicBezTo>
                  <a:cubicBezTo>
                    <a:pt x="1" y="1576"/>
                    <a:pt x="456" y="2032"/>
                    <a:pt x="1016" y="2032"/>
                  </a:cubicBezTo>
                  <a:cubicBezTo>
                    <a:pt x="1577" y="2032"/>
                    <a:pt x="2032" y="1576"/>
                    <a:pt x="2032" y="1016"/>
                  </a:cubicBezTo>
                  <a:cubicBezTo>
                    <a:pt x="2032" y="456"/>
                    <a:pt x="1577" y="1"/>
                    <a:pt x="101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" name="Google Shape;508;p47"/>
            <p:cNvSpPr/>
            <p:nvPr/>
          </p:nvSpPr>
          <p:spPr>
            <a:xfrm>
              <a:off x="1324193" y="1400658"/>
              <a:ext cx="19207" cy="21014"/>
            </a:xfrm>
            <a:custGeom>
              <a:avLst/>
              <a:gdLst/>
              <a:ahLst/>
              <a:cxnLst/>
              <a:rect l="l" t="t" r="r" b="b"/>
              <a:pathLst>
                <a:path w="595" h="651" extrusionOk="0">
                  <a:moveTo>
                    <a:pt x="221" y="0"/>
                  </a:moveTo>
                  <a:cubicBezTo>
                    <a:pt x="188" y="0"/>
                    <a:pt x="155" y="9"/>
                    <a:pt x="125" y="26"/>
                  </a:cubicBezTo>
                  <a:cubicBezTo>
                    <a:pt x="33" y="79"/>
                    <a:pt x="1" y="197"/>
                    <a:pt x="54" y="290"/>
                  </a:cubicBezTo>
                  <a:lnTo>
                    <a:pt x="206" y="554"/>
                  </a:lnTo>
                  <a:cubicBezTo>
                    <a:pt x="242" y="616"/>
                    <a:pt x="307" y="651"/>
                    <a:pt x="374" y="651"/>
                  </a:cubicBezTo>
                  <a:cubicBezTo>
                    <a:pt x="407" y="651"/>
                    <a:pt x="440" y="642"/>
                    <a:pt x="470" y="625"/>
                  </a:cubicBezTo>
                  <a:cubicBezTo>
                    <a:pt x="563" y="572"/>
                    <a:pt x="594" y="453"/>
                    <a:pt x="541" y="360"/>
                  </a:cubicBezTo>
                  <a:lnTo>
                    <a:pt x="388" y="97"/>
                  </a:lnTo>
                  <a:cubicBezTo>
                    <a:pt x="353" y="35"/>
                    <a:pt x="288" y="0"/>
                    <a:pt x="22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" name="Google Shape;509;p47"/>
            <p:cNvSpPr/>
            <p:nvPr/>
          </p:nvSpPr>
          <p:spPr>
            <a:xfrm>
              <a:off x="1461835" y="1639013"/>
              <a:ext cx="19174" cy="21047"/>
            </a:xfrm>
            <a:custGeom>
              <a:avLst/>
              <a:gdLst/>
              <a:ahLst/>
              <a:cxnLst/>
              <a:rect l="l" t="t" r="r" b="b"/>
              <a:pathLst>
                <a:path w="594" h="652" extrusionOk="0">
                  <a:moveTo>
                    <a:pt x="221" y="1"/>
                  </a:moveTo>
                  <a:cubicBezTo>
                    <a:pt x="188" y="1"/>
                    <a:pt x="154" y="9"/>
                    <a:pt x="124" y="26"/>
                  </a:cubicBezTo>
                  <a:cubicBezTo>
                    <a:pt x="32" y="80"/>
                    <a:pt x="0" y="199"/>
                    <a:pt x="53" y="291"/>
                  </a:cubicBezTo>
                  <a:lnTo>
                    <a:pt x="206" y="555"/>
                  </a:lnTo>
                  <a:cubicBezTo>
                    <a:pt x="242" y="617"/>
                    <a:pt x="307" y="652"/>
                    <a:pt x="373" y="652"/>
                  </a:cubicBezTo>
                  <a:cubicBezTo>
                    <a:pt x="406" y="652"/>
                    <a:pt x="439" y="644"/>
                    <a:pt x="470" y="625"/>
                  </a:cubicBezTo>
                  <a:cubicBezTo>
                    <a:pt x="562" y="572"/>
                    <a:pt x="594" y="454"/>
                    <a:pt x="540" y="362"/>
                  </a:cubicBezTo>
                  <a:lnTo>
                    <a:pt x="389" y="97"/>
                  </a:lnTo>
                  <a:cubicBezTo>
                    <a:pt x="353" y="35"/>
                    <a:pt x="288" y="1"/>
                    <a:pt x="22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" name="Google Shape;510;p47"/>
            <p:cNvSpPr/>
            <p:nvPr/>
          </p:nvSpPr>
          <p:spPr>
            <a:xfrm>
              <a:off x="1253791" y="1524097"/>
              <a:ext cx="22338" cy="12525"/>
            </a:xfrm>
            <a:custGeom>
              <a:avLst/>
              <a:gdLst/>
              <a:ahLst/>
              <a:cxnLst/>
              <a:rect l="l" t="t" r="r" b="b"/>
              <a:pathLst>
                <a:path w="692" h="388" extrusionOk="0">
                  <a:moveTo>
                    <a:pt x="194" y="1"/>
                  </a:moveTo>
                  <a:cubicBezTo>
                    <a:pt x="87" y="1"/>
                    <a:pt x="1" y="87"/>
                    <a:pt x="1" y="194"/>
                  </a:cubicBezTo>
                  <a:cubicBezTo>
                    <a:pt x="1" y="300"/>
                    <a:pt x="87" y="387"/>
                    <a:pt x="194" y="387"/>
                  </a:cubicBezTo>
                  <a:lnTo>
                    <a:pt x="499" y="387"/>
                  </a:lnTo>
                  <a:cubicBezTo>
                    <a:pt x="606" y="387"/>
                    <a:pt x="692" y="300"/>
                    <a:pt x="692" y="194"/>
                  </a:cubicBezTo>
                  <a:cubicBezTo>
                    <a:pt x="692" y="87"/>
                    <a:pt x="606" y="1"/>
                    <a:pt x="49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" name="Google Shape;511;p47"/>
            <p:cNvSpPr/>
            <p:nvPr/>
          </p:nvSpPr>
          <p:spPr>
            <a:xfrm>
              <a:off x="1529074" y="1524097"/>
              <a:ext cx="22338" cy="12525"/>
            </a:xfrm>
            <a:custGeom>
              <a:avLst/>
              <a:gdLst/>
              <a:ahLst/>
              <a:cxnLst/>
              <a:rect l="l" t="t" r="r" b="b"/>
              <a:pathLst>
                <a:path w="692" h="388" extrusionOk="0">
                  <a:moveTo>
                    <a:pt x="193" y="1"/>
                  </a:moveTo>
                  <a:cubicBezTo>
                    <a:pt x="87" y="1"/>
                    <a:pt x="0" y="87"/>
                    <a:pt x="0" y="194"/>
                  </a:cubicBezTo>
                  <a:cubicBezTo>
                    <a:pt x="0" y="300"/>
                    <a:pt x="87" y="387"/>
                    <a:pt x="193" y="387"/>
                  </a:cubicBezTo>
                  <a:lnTo>
                    <a:pt x="499" y="387"/>
                  </a:lnTo>
                  <a:cubicBezTo>
                    <a:pt x="605" y="387"/>
                    <a:pt x="692" y="300"/>
                    <a:pt x="692" y="194"/>
                  </a:cubicBezTo>
                  <a:cubicBezTo>
                    <a:pt x="692" y="87"/>
                    <a:pt x="605" y="1"/>
                    <a:pt x="49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" name="Google Shape;512;p47"/>
            <p:cNvSpPr/>
            <p:nvPr/>
          </p:nvSpPr>
          <p:spPr>
            <a:xfrm>
              <a:off x="1324193" y="1639013"/>
              <a:ext cx="19207" cy="21047"/>
            </a:xfrm>
            <a:custGeom>
              <a:avLst/>
              <a:gdLst/>
              <a:ahLst/>
              <a:cxnLst/>
              <a:rect l="l" t="t" r="r" b="b"/>
              <a:pathLst>
                <a:path w="595" h="652" extrusionOk="0">
                  <a:moveTo>
                    <a:pt x="374" y="1"/>
                  </a:moveTo>
                  <a:cubicBezTo>
                    <a:pt x="307" y="1"/>
                    <a:pt x="242" y="35"/>
                    <a:pt x="206" y="97"/>
                  </a:cubicBezTo>
                  <a:lnTo>
                    <a:pt x="54" y="362"/>
                  </a:lnTo>
                  <a:cubicBezTo>
                    <a:pt x="1" y="454"/>
                    <a:pt x="33" y="572"/>
                    <a:pt x="125" y="625"/>
                  </a:cubicBezTo>
                  <a:cubicBezTo>
                    <a:pt x="155" y="644"/>
                    <a:pt x="188" y="652"/>
                    <a:pt x="221" y="652"/>
                  </a:cubicBezTo>
                  <a:cubicBezTo>
                    <a:pt x="288" y="652"/>
                    <a:pt x="352" y="617"/>
                    <a:pt x="388" y="555"/>
                  </a:cubicBezTo>
                  <a:lnTo>
                    <a:pt x="541" y="291"/>
                  </a:lnTo>
                  <a:cubicBezTo>
                    <a:pt x="594" y="199"/>
                    <a:pt x="563" y="80"/>
                    <a:pt x="470" y="26"/>
                  </a:cubicBezTo>
                  <a:cubicBezTo>
                    <a:pt x="440" y="9"/>
                    <a:pt x="407" y="1"/>
                    <a:pt x="37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" name="Google Shape;513;p47"/>
            <p:cNvSpPr/>
            <p:nvPr/>
          </p:nvSpPr>
          <p:spPr>
            <a:xfrm>
              <a:off x="1461835" y="1400658"/>
              <a:ext cx="19174" cy="21014"/>
            </a:xfrm>
            <a:custGeom>
              <a:avLst/>
              <a:gdLst/>
              <a:ahLst/>
              <a:cxnLst/>
              <a:rect l="l" t="t" r="r" b="b"/>
              <a:pathLst>
                <a:path w="594" h="651" extrusionOk="0">
                  <a:moveTo>
                    <a:pt x="373" y="0"/>
                  </a:moveTo>
                  <a:cubicBezTo>
                    <a:pt x="307" y="0"/>
                    <a:pt x="242" y="35"/>
                    <a:pt x="206" y="97"/>
                  </a:cubicBezTo>
                  <a:lnTo>
                    <a:pt x="53" y="360"/>
                  </a:lnTo>
                  <a:cubicBezTo>
                    <a:pt x="0" y="454"/>
                    <a:pt x="32" y="572"/>
                    <a:pt x="124" y="625"/>
                  </a:cubicBezTo>
                  <a:cubicBezTo>
                    <a:pt x="155" y="642"/>
                    <a:pt x="188" y="651"/>
                    <a:pt x="220" y="651"/>
                  </a:cubicBezTo>
                  <a:cubicBezTo>
                    <a:pt x="287" y="651"/>
                    <a:pt x="353" y="616"/>
                    <a:pt x="389" y="554"/>
                  </a:cubicBezTo>
                  <a:lnTo>
                    <a:pt x="540" y="290"/>
                  </a:lnTo>
                  <a:cubicBezTo>
                    <a:pt x="594" y="197"/>
                    <a:pt x="562" y="79"/>
                    <a:pt x="470" y="26"/>
                  </a:cubicBezTo>
                  <a:cubicBezTo>
                    <a:pt x="439" y="9"/>
                    <a:pt x="406" y="0"/>
                    <a:pt x="37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" name="Google Shape;514;p47"/>
            <p:cNvSpPr/>
            <p:nvPr/>
          </p:nvSpPr>
          <p:spPr>
            <a:xfrm>
              <a:off x="1212408" y="1340165"/>
              <a:ext cx="425483" cy="380388"/>
            </a:xfrm>
            <a:custGeom>
              <a:avLst/>
              <a:gdLst/>
              <a:ahLst/>
              <a:cxnLst/>
              <a:rect l="l" t="t" r="r" b="b"/>
              <a:pathLst>
                <a:path w="13181" h="11784" extrusionOk="0">
                  <a:moveTo>
                    <a:pt x="5892" y="0"/>
                  </a:moveTo>
                  <a:cubicBezTo>
                    <a:pt x="4164" y="0"/>
                    <a:pt x="2530" y="755"/>
                    <a:pt x="1407" y="2070"/>
                  </a:cubicBezTo>
                  <a:cubicBezTo>
                    <a:pt x="1338" y="2152"/>
                    <a:pt x="1347" y="2274"/>
                    <a:pt x="1428" y="2343"/>
                  </a:cubicBezTo>
                  <a:cubicBezTo>
                    <a:pt x="1465" y="2374"/>
                    <a:pt x="1510" y="2389"/>
                    <a:pt x="1554" y="2389"/>
                  </a:cubicBezTo>
                  <a:cubicBezTo>
                    <a:pt x="1609" y="2389"/>
                    <a:pt x="1663" y="2366"/>
                    <a:pt x="1701" y="2322"/>
                  </a:cubicBezTo>
                  <a:cubicBezTo>
                    <a:pt x="2750" y="1092"/>
                    <a:pt x="4278" y="387"/>
                    <a:pt x="5892" y="387"/>
                  </a:cubicBezTo>
                  <a:cubicBezTo>
                    <a:pt x="8928" y="387"/>
                    <a:pt x="11398" y="2856"/>
                    <a:pt x="11398" y="5892"/>
                  </a:cubicBezTo>
                  <a:cubicBezTo>
                    <a:pt x="11398" y="8927"/>
                    <a:pt x="8928" y="11397"/>
                    <a:pt x="5892" y="11397"/>
                  </a:cubicBezTo>
                  <a:cubicBezTo>
                    <a:pt x="4421" y="11397"/>
                    <a:pt x="3039" y="10823"/>
                    <a:pt x="2000" y="9784"/>
                  </a:cubicBezTo>
                  <a:cubicBezTo>
                    <a:pt x="960" y="8744"/>
                    <a:pt x="387" y="7362"/>
                    <a:pt x="387" y="5892"/>
                  </a:cubicBezTo>
                  <a:cubicBezTo>
                    <a:pt x="387" y="4878"/>
                    <a:pt x="665" y="3886"/>
                    <a:pt x="1191" y="3026"/>
                  </a:cubicBezTo>
                  <a:cubicBezTo>
                    <a:pt x="1246" y="2935"/>
                    <a:pt x="1217" y="2816"/>
                    <a:pt x="1127" y="2760"/>
                  </a:cubicBezTo>
                  <a:cubicBezTo>
                    <a:pt x="1095" y="2741"/>
                    <a:pt x="1060" y="2731"/>
                    <a:pt x="1026" y="2731"/>
                  </a:cubicBezTo>
                  <a:cubicBezTo>
                    <a:pt x="961" y="2731"/>
                    <a:pt x="897" y="2764"/>
                    <a:pt x="860" y="2824"/>
                  </a:cubicBezTo>
                  <a:cubicBezTo>
                    <a:pt x="298" y="3746"/>
                    <a:pt x="0" y="4806"/>
                    <a:pt x="0" y="5892"/>
                  </a:cubicBezTo>
                  <a:cubicBezTo>
                    <a:pt x="0" y="7466"/>
                    <a:pt x="613" y="8945"/>
                    <a:pt x="1726" y="10058"/>
                  </a:cubicBezTo>
                  <a:cubicBezTo>
                    <a:pt x="2839" y="11170"/>
                    <a:pt x="4319" y="11783"/>
                    <a:pt x="5893" y="11783"/>
                  </a:cubicBezTo>
                  <a:cubicBezTo>
                    <a:pt x="6001" y="11783"/>
                    <a:pt x="12738" y="11774"/>
                    <a:pt x="12738" y="11774"/>
                  </a:cubicBezTo>
                  <a:cubicBezTo>
                    <a:pt x="12982" y="11774"/>
                    <a:pt x="13181" y="11575"/>
                    <a:pt x="13181" y="11331"/>
                  </a:cubicBezTo>
                  <a:lnTo>
                    <a:pt x="13181" y="10767"/>
                  </a:lnTo>
                  <a:cubicBezTo>
                    <a:pt x="13181" y="10523"/>
                    <a:pt x="12982" y="10325"/>
                    <a:pt x="12738" y="10325"/>
                  </a:cubicBezTo>
                  <a:lnTo>
                    <a:pt x="12022" y="10325"/>
                  </a:lnTo>
                  <a:cubicBezTo>
                    <a:pt x="11915" y="10325"/>
                    <a:pt x="11829" y="10411"/>
                    <a:pt x="11829" y="10518"/>
                  </a:cubicBezTo>
                  <a:cubicBezTo>
                    <a:pt x="11829" y="10625"/>
                    <a:pt x="11915" y="10712"/>
                    <a:pt x="12022" y="10712"/>
                  </a:cubicBezTo>
                  <a:lnTo>
                    <a:pt x="12738" y="10712"/>
                  </a:lnTo>
                  <a:cubicBezTo>
                    <a:pt x="12769" y="10712"/>
                    <a:pt x="12794" y="10736"/>
                    <a:pt x="12794" y="10767"/>
                  </a:cubicBezTo>
                  <a:lnTo>
                    <a:pt x="12794" y="11331"/>
                  </a:lnTo>
                  <a:cubicBezTo>
                    <a:pt x="12794" y="11363"/>
                    <a:pt x="12769" y="11387"/>
                    <a:pt x="12738" y="11387"/>
                  </a:cubicBezTo>
                  <a:lnTo>
                    <a:pt x="8023" y="11387"/>
                  </a:lnTo>
                  <a:cubicBezTo>
                    <a:pt x="8467" y="11215"/>
                    <a:pt x="8891" y="10989"/>
                    <a:pt x="9283" y="10712"/>
                  </a:cubicBezTo>
                  <a:lnTo>
                    <a:pt x="11127" y="10712"/>
                  </a:lnTo>
                  <a:cubicBezTo>
                    <a:pt x="11234" y="10712"/>
                    <a:pt x="11320" y="10625"/>
                    <a:pt x="11320" y="10518"/>
                  </a:cubicBezTo>
                  <a:cubicBezTo>
                    <a:pt x="11320" y="10411"/>
                    <a:pt x="11234" y="10325"/>
                    <a:pt x="11127" y="10325"/>
                  </a:cubicBezTo>
                  <a:lnTo>
                    <a:pt x="9773" y="10325"/>
                  </a:lnTo>
                  <a:cubicBezTo>
                    <a:pt x="9870" y="10239"/>
                    <a:pt x="9965" y="10151"/>
                    <a:pt x="10059" y="10058"/>
                  </a:cubicBezTo>
                  <a:cubicBezTo>
                    <a:pt x="11171" y="8945"/>
                    <a:pt x="11784" y="7466"/>
                    <a:pt x="11784" y="5892"/>
                  </a:cubicBezTo>
                  <a:cubicBezTo>
                    <a:pt x="11784" y="4318"/>
                    <a:pt x="11171" y="2838"/>
                    <a:pt x="10059" y="1726"/>
                  </a:cubicBezTo>
                  <a:cubicBezTo>
                    <a:pt x="8945" y="613"/>
                    <a:pt x="7466" y="0"/>
                    <a:pt x="589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31" name="Google Shape;531;p47"/>
          <p:cNvGrpSpPr/>
          <p:nvPr/>
        </p:nvGrpSpPr>
        <p:grpSpPr>
          <a:xfrm>
            <a:off x="7411577" y="2807422"/>
            <a:ext cx="1165668" cy="1428981"/>
            <a:chOff x="6926194" y="1317601"/>
            <a:chExt cx="347107" cy="425515"/>
          </a:xfrm>
        </p:grpSpPr>
        <p:sp>
          <p:nvSpPr>
            <p:cNvPr id="532" name="Google Shape;532;p47"/>
            <p:cNvSpPr/>
            <p:nvPr/>
          </p:nvSpPr>
          <p:spPr>
            <a:xfrm>
              <a:off x="7006216" y="1508505"/>
              <a:ext cx="27664" cy="234579"/>
            </a:xfrm>
            <a:custGeom>
              <a:avLst/>
              <a:gdLst/>
              <a:ahLst/>
              <a:cxnLst/>
              <a:rect l="l" t="t" r="r" b="b"/>
              <a:pathLst>
                <a:path w="857" h="7267" extrusionOk="0">
                  <a:moveTo>
                    <a:pt x="201" y="1"/>
                  </a:moveTo>
                  <a:cubicBezTo>
                    <a:pt x="196" y="1"/>
                    <a:pt x="192" y="1"/>
                    <a:pt x="187" y="1"/>
                  </a:cubicBezTo>
                  <a:cubicBezTo>
                    <a:pt x="81" y="8"/>
                    <a:pt x="1" y="99"/>
                    <a:pt x="8" y="206"/>
                  </a:cubicBezTo>
                  <a:lnTo>
                    <a:pt x="464" y="7087"/>
                  </a:lnTo>
                  <a:cubicBezTo>
                    <a:pt x="471" y="7188"/>
                    <a:pt x="556" y="7266"/>
                    <a:pt x="657" y="7266"/>
                  </a:cubicBezTo>
                  <a:lnTo>
                    <a:pt x="670" y="7266"/>
                  </a:lnTo>
                  <a:cubicBezTo>
                    <a:pt x="777" y="7259"/>
                    <a:pt x="857" y="7167"/>
                    <a:pt x="850" y="7061"/>
                  </a:cubicBezTo>
                  <a:lnTo>
                    <a:pt x="393" y="180"/>
                  </a:lnTo>
                  <a:cubicBezTo>
                    <a:pt x="386" y="78"/>
                    <a:pt x="301" y="1"/>
                    <a:pt x="20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Google Shape;533;p47"/>
            <p:cNvSpPr/>
            <p:nvPr/>
          </p:nvSpPr>
          <p:spPr>
            <a:xfrm>
              <a:off x="7061350" y="1508473"/>
              <a:ext cx="21628" cy="234611"/>
            </a:xfrm>
            <a:custGeom>
              <a:avLst/>
              <a:gdLst/>
              <a:ahLst/>
              <a:cxnLst/>
              <a:rect l="l" t="t" r="r" b="b"/>
              <a:pathLst>
                <a:path w="670" h="7268" extrusionOk="0">
                  <a:moveTo>
                    <a:pt x="198" y="1"/>
                  </a:moveTo>
                  <a:cubicBezTo>
                    <a:pt x="196" y="1"/>
                    <a:pt x="193" y="1"/>
                    <a:pt x="191" y="1"/>
                  </a:cubicBezTo>
                  <a:cubicBezTo>
                    <a:pt x="84" y="5"/>
                    <a:pt x="1" y="95"/>
                    <a:pt x="5" y="202"/>
                  </a:cubicBezTo>
                  <a:lnTo>
                    <a:pt x="279" y="7083"/>
                  </a:lnTo>
                  <a:cubicBezTo>
                    <a:pt x="283" y="7186"/>
                    <a:pt x="369" y="7267"/>
                    <a:pt x="471" y="7267"/>
                  </a:cubicBezTo>
                  <a:lnTo>
                    <a:pt x="480" y="7267"/>
                  </a:lnTo>
                  <a:cubicBezTo>
                    <a:pt x="586" y="7263"/>
                    <a:pt x="669" y="7174"/>
                    <a:pt x="665" y="7067"/>
                  </a:cubicBezTo>
                  <a:lnTo>
                    <a:pt x="390" y="187"/>
                  </a:lnTo>
                  <a:cubicBezTo>
                    <a:pt x="386" y="82"/>
                    <a:pt x="301" y="1"/>
                    <a:pt x="19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Google Shape;534;p47"/>
            <p:cNvSpPr/>
            <p:nvPr/>
          </p:nvSpPr>
          <p:spPr>
            <a:xfrm>
              <a:off x="7165614" y="1508505"/>
              <a:ext cx="27664" cy="234579"/>
            </a:xfrm>
            <a:custGeom>
              <a:avLst/>
              <a:gdLst/>
              <a:ahLst/>
              <a:cxnLst/>
              <a:rect l="l" t="t" r="r" b="b"/>
              <a:pathLst>
                <a:path w="857" h="7267" extrusionOk="0">
                  <a:moveTo>
                    <a:pt x="657" y="1"/>
                  </a:moveTo>
                  <a:cubicBezTo>
                    <a:pt x="556" y="1"/>
                    <a:pt x="471" y="78"/>
                    <a:pt x="464" y="180"/>
                  </a:cubicBezTo>
                  <a:lnTo>
                    <a:pt x="8" y="7061"/>
                  </a:lnTo>
                  <a:cubicBezTo>
                    <a:pt x="1" y="7167"/>
                    <a:pt x="81" y="7259"/>
                    <a:pt x="187" y="7266"/>
                  </a:cubicBezTo>
                  <a:lnTo>
                    <a:pt x="201" y="7266"/>
                  </a:lnTo>
                  <a:cubicBezTo>
                    <a:pt x="301" y="7266"/>
                    <a:pt x="386" y="7188"/>
                    <a:pt x="392" y="7087"/>
                  </a:cubicBezTo>
                  <a:lnTo>
                    <a:pt x="850" y="206"/>
                  </a:lnTo>
                  <a:cubicBezTo>
                    <a:pt x="857" y="99"/>
                    <a:pt x="776" y="8"/>
                    <a:pt x="670" y="1"/>
                  </a:cubicBezTo>
                  <a:cubicBezTo>
                    <a:pt x="666" y="1"/>
                    <a:pt x="661" y="1"/>
                    <a:pt x="65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" name="Google Shape;535;p47"/>
            <p:cNvSpPr/>
            <p:nvPr/>
          </p:nvSpPr>
          <p:spPr>
            <a:xfrm>
              <a:off x="7116549" y="1508473"/>
              <a:ext cx="21595" cy="234611"/>
            </a:xfrm>
            <a:custGeom>
              <a:avLst/>
              <a:gdLst/>
              <a:ahLst/>
              <a:cxnLst/>
              <a:rect l="l" t="t" r="r" b="b"/>
              <a:pathLst>
                <a:path w="669" h="7268" extrusionOk="0">
                  <a:moveTo>
                    <a:pt x="471" y="1"/>
                  </a:moveTo>
                  <a:cubicBezTo>
                    <a:pt x="368" y="1"/>
                    <a:pt x="283" y="82"/>
                    <a:pt x="279" y="187"/>
                  </a:cubicBezTo>
                  <a:lnTo>
                    <a:pt x="4" y="7067"/>
                  </a:lnTo>
                  <a:cubicBezTo>
                    <a:pt x="0" y="7174"/>
                    <a:pt x="83" y="7263"/>
                    <a:pt x="190" y="7267"/>
                  </a:cubicBezTo>
                  <a:lnTo>
                    <a:pt x="198" y="7267"/>
                  </a:lnTo>
                  <a:cubicBezTo>
                    <a:pt x="300" y="7267"/>
                    <a:pt x="387" y="7186"/>
                    <a:pt x="390" y="7083"/>
                  </a:cubicBezTo>
                  <a:lnTo>
                    <a:pt x="664" y="202"/>
                  </a:lnTo>
                  <a:cubicBezTo>
                    <a:pt x="669" y="95"/>
                    <a:pt x="585" y="5"/>
                    <a:pt x="479" y="1"/>
                  </a:cubicBezTo>
                  <a:cubicBezTo>
                    <a:pt x="476" y="1"/>
                    <a:pt x="474" y="1"/>
                    <a:pt x="47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" name="Google Shape;536;p47"/>
            <p:cNvSpPr/>
            <p:nvPr/>
          </p:nvSpPr>
          <p:spPr>
            <a:xfrm>
              <a:off x="7067322" y="1425610"/>
              <a:ext cx="36347" cy="29698"/>
            </a:xfrm>
            <a:custGeom>
              <a:avLst/>
              <a:gdLst/>
              <a:ahLst/>
              <a:cxnLst/>
              <a:rect l="l" t="t" r="r" b="b"/>
              <a:pathLst>
                <a:path w="1126" h="920" extrusionOk="0">
                  <a:moveTo>
                    <a:pt x="701" y="0"/>
                  </a:moveTo>
                  <a:cubicBezTo>
                    <a:pt x="563" y="0"/>
                    <a:pt x="425" y="42"/>
                    <a:pt x="308" y="125"/>
                  </a:cubicBezTo>
                  <a:cubicBezTo>
                    <a:pt x="110" y="265"/>
                    <a:pt x="0" y="502"/>
                    <a:pt x="22" y="743"/>
                  </a:cubicBezTo>
                  <a:cubicBezTo>
                    <a:pt x="31" y="843"/>
                    <a:pt x="116" y="919"/>
                    <a:pt x="215" y="919"/>
                  </a:cubicBezTo>
                  <a:cubicBezTo>
                    <a:pt x="221" y="919"/>
                    <a:pt x="226" y="918"/>
                    <a:pt x="232" y="918"/>
                  </a:cubicBezTo>
                  <a:cubicBezTo>
                    <a:pt x="339" y="908"/>
                    <a:pt x="417" y="815"/>
                    <a:pt x="407" y="708"/>
                  </a:cubicBezTo>
                  <a:cubicBezTo>
                    <a:pt x="397" y="603"/>
                    <a:pt x="445" y="501"/>
                    <a:pt x="530" y="440"/>
                  </a:cubicBezTo>
                  <a:cubicBezTo>
                    <a:pt x="581" y="405"/>
                    <a:pt x="640" y="387"/>
                    <a:pt x="700" y="387"/>
                  </a:cubicBezTo>
                  <a:cubicBezTo>
                    <a:pt x="742" y="387"/>
                    <a:pt x="784" y="396"/>
                    <a:pt x="824" y="414"/>
                  </a:cubicBezTo>
                  <a:cubicBezTo>
                    <a:pt x="850" y="426"/>
                    <a:pt x="877" y="431"/>
                    <a:pt x="904" y="431"/>
                  </a:cubicBezTo>
                  <a:cubicBezTo>
                    <a:pt x="978" y="431"/>
                    <a:pt x="1048" y="390"/>
                    <a:pt x="1080" y="318"/>
                  </a:cubicBezTo>
                  <a:cubicBezTo>
                    <a:pt x="1125" y="222"/>
                    <a:pt x="1082" y="107"/>
                    <a:pt x="986" y="62"/>
                  </a:cubicBezTo>
                  <a:cubicBezTo>
                    <a:pt x="895" y="21"/>
                    <a:pt x="798" y="0"/>
                    <a:pt x="70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" name="Google Shape;537;p47"/>
            <p:cNvSpPr/>
            <p:nvPr/>
          </p:nvSpPr>
          <p:spPr>
            <a:xfrm>
              <a:off x="7163258" y="1389424"/>
              <a:ext cx="37897" cy="33765"/>
            </a:xfrm>
            <a:custGeom>
              <a:avLst/>
              <a:gdLst/>
              <a:ahLst/>
              <a:cxnLst/>
              <a:rect l="l" t="t" r="r" b="b"/>
              <a:pathLst>
                <a:path w="1174" h="1046" extrusionOk="0">
                  <a:moveTo>
                    <a:pt x="393" y="1"/>
                  </a:moveTo>
                  <a:cubicBezTo>
                    <a:pt x="313" y="1"/>
                    <a:pt x="233" y="14"/>
                    <a:pt x="156" y="40"/>
                  </a:cubicBezTo>
                  <a:cubicBezTo>
                    <a:pt x="55" y="74"/>
                    <a:pt x="1" y="183"/>
                    <a:pt x="35" y="284"/>
                  </a:cubicBezTo>
                  <a:cubicBezTo>
                    <a:pt x="62" y="365"/>
                    <a:pt x="137" y="416"/>
                    <a:pt x="218" y="416"/>
                  </a:cubicBezTo>
                  <a:cubicBezTo>
                    <a:pt x="238" y="416"/>
                    <a:pt x="258" y="413"/>
                    <a:pt x="279" y="406"/>
                  </a:cubicBezTo>
                  <a:cubicBezTo>
                    <a:pt x="316" y="393"/>
                    <a:pt x="355" y="387"/>
                    <a:pt x="394" y="387"/>
                  </a:cubicBezTo>
                  <a:cubicBezTo>
                    <a:pt x="479" y="387"/>
                    <a:pt x="564" y="418"/>
                    <a:pt x="629" y="476"/>
                  </a:cubicBezTo>
                  <a:cubicBezTo>
                    <a:pt x="725" y="560"/>
                    <a:pt x="769" y="690"/>
                    <a:pt x="744" y="814"/>
                  </a:cubicBezTo>
                  <a:cubicBezTo>
                    <a:pt x="723" y="919"/>
                    <a:pt x="790" y="1021"/>
                    <a:pt x="895" y="1042"/>
                  </a:cubicBezTo>
                  <a:cubicBezTo>
                    <a:pt x="908" y="1044"/>
                    <a:pt x="920" y="1046"/>
                    <a:pt x="933" y="1046"/>
                  </a:cubicBezTo>
                  <a:cubicBezTo>
                    <a:pt x="1023" y="1046"/>
                    <a:pt x="1104" y="982"/>
                    <a:pt x="1122" y="890"/>
                  </a:cubicBezTo>
                  <a:cubicBezTo>
                    <a:pt x="1174" y="630"/>
                    <a:pt x="1082" y="361"/>
                    <a:pt x="885" y="185"/>
                  </a:cubicBezTo>
                  <a:cubicBezTo>
                    <a:pt x="747" y="65"/>
                    <a:pt x="571" y="1"/>
                    <a:pt x="39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" name="Google Shape;538;p47"/>
            <p:cNvSpPr/>
            <p:nvPr/>
          </p:nvSpPr>
          <p:spPr>
            <a:xfrm>
              <a:off x="6926194" y="1317601"/>
              <a:ext cx="347107" cy="425515"/>
            </a:xfrm>
            <a:custGeom>
              <a:avLst/>
              <a:gdLst/>
              <a:ahLst/>
              <a:cxnLst/>
              <a:rect l="l" t="t" r="r" b="b"/>
              <a:pathLst>
                <a:path w="10753" h="13182" extrusionOk="0">
                  <a:moveTo>
                    <a:pt x="5918" y="2626"/>
                  </a:moveTo>
                  <a:cubicBezTo>
                    <a:pt x="6166" y="2626"/>
                    <a:pt x="6368" y="2828"/>
                    <a:pt x="6368" y="3076"/>
                  </a:cubicBezTo>
                  <a:cubicBezTo>
                    <a:pt x="6368" y="3141"/>
                    <a:pt x="6396" y="3203"/>
                    <a:pt x="6447" y="3245"/>
                  </a:cubicBezTo>
                  <a:cubicBezTo>
                    <a:pt x="6487" y="3277"/>
                    <a:pt x="6536" y="3294"/>
                    <a:pt x="6585" y="3294"/>
                  </a:cubicBezTo>
                  <a:cubicBezTo>
                    <a:pt x="6599" y="3294"/>
                    <a:pt x="6613" y="3293"/>
                    <a:pt x="6627" y="3290"/>
                  </a:cubicBezTo>
                  <a:cubicBezTo>
                    <a:pt x="6656" y="3284"/>
                    <a:pt x="6686" y="3282"/>
                    <a:pt x="6714" y="3282"/>
                  </a:cubicBezTo>
                  <a:cubicBezTo>
                    <a:pt x="6962" y="3282"/>
                    <a:pt x="7164" y="3484"/>
                    <a:pt x="7164" y="3732"/>
                  </a:cubicBezTo>
                  <a:cubicBezTo>
                    <a:pt x="7164" y="3777"/>
                    <a:pt x="7157" y="3822"/>
                    <a:pt x="7144" y="3865"/>
                  </a:cubicBezTo>
                  <a:cubicBezTo>
                    <a:pt x="7126" y="3923"/>
                    <a:pt x="7134" y="3986"/>
                    <a:pt x="7163" y="4039"/>
                  </a:cubicBezTo>
                  <a:cubicBezTo>
                    <a:pt x="7194" y="4091"/>
                    <a:pt x="7245" y="4129"/>
                    <a:pt x="7304" y="4142"/>
                  </a:cubicBezTo>
                  <a:cubicBezTo>
                    <a:pt x="7507" y="4187"/>
                    <a:pt x="7654" y="4372"/>
                    <a:pt x="7654" y="4581"/>
                  </a:cubicBezTo>
                  <a:cubicBezTo>
                    <a:pt x="7654" y="4609"/>
                    <a:pt x="7651" y="4637"/>
                    <a:pt x="7646" y="4664"/>
                  </a:cubicBezTo>
                  <a:lnTo>
                    <a:pt x="3105" y="4664"/>
                  </a:lnTo>
                  <a:cubicBezTo>
                    <a:pt x="3102" y="4636"/>
                    <a:pt x="3099" y="4608"/>
                    <a:pt x="3099" y="4581"/>
                  </a:cubicBezTo>
                  <a:cubicBezTo>
                    <a:pt x="3099" y="4372"/>
                    <a:pt x="3247" y="4187"/>
                    <a:pt x="3450" y="4141"/>
                  </a:cubicBezTo>
                  <a:cubicBezTo>
                    <a:pt x="3508" y="4128"/>
                    <a:pt x="3559" y="4091"/>
                    <a:pt x="3590" y="4039"/>
                  </a:cubicBezTo>
                  <a:cubicBezTo>
                    <a:pt x="3620" y="3986"/>
                    <a:pt x="3627" y="3923"/>
                    <a:pt x="3610" y="3865"/>
                  </a:cubicBezTo>
                  <a:cubicBezTo>
                    <a:pt x="3596" y="3822"/>
                    <a:pt x="3589" y="3777"/>
                    <a:pt x="3589" y="3732"/>
                  </a:cubicBezTo>
                  <a:cubicBezTo>
                    <a:pt x="3589" y="3483"/>
                    <a:pt x="3791" y="3282"/>
                    <a:pt x="4039" y="3282"/>
                  </a:cubicBezTo>
                  <a:cubicBezTo>
                    <a:pt x="4068" y="3282"/>
                    <a:pt x="4098" y="3284"/>
                    <a:pt x="4126" y="3290"/>
                  </a:cubicBezTo>
                  <a:cubicBezTo>
                    <a:pt x="4140" y="3293"/>
                    <a:pt x="4154" y="3294"/>
                    <a:pt x="4168" y="3294"/>
                  </a:cubicBezTo>
                  <a:cubicBezTo>
                    <a:pt x="4218" y="3294"/>
                    <a:pt x="4266" y="3277"/>
                    <a:pt x="4306" y="3244"/>
                  </a:cubicBezTo>
                  <a:cubicBezTo>
                    <a:pt x="4357" y="3203"/>
                    <a:pt x="4386" y="3141"/>
                    <a:pt x="4386" y="3076"/>
                  </a:cubicBezTo>
                  <a:cubicBezTo>
                    <a:pt x="4386" y="2827"/>
                    <a:pt x="4588" y="2626"/>
                    <a:pt x="4836" y="2626"/>
                  </a:cubicBezTo>
                  <a:cubicBezTo>
                    <a:pt x="4979" y="2626"/>
                    <a:pt x="5116" y="2694"/>
                    <a:pt x="5200" y="2811"/>
                  </a:cubicBezTo>
                  <a:cubicBezTo>
                    <a:pt x="5241" y="2868"/>
                    <a:pt x="5307" y="2902"/>
                    <a:pt x="5376" y="2902"/>
                  </a:cubicBezTo>
                  <a:cubicBezTo>
                    <a:pt x="5446" y="2902"/>
                    <a:pt x="5512" y="2868"/>
                    <a:pt x="5553" y="2811"/>
                  </a:cubicBezTo>
                  <a:cubicBezTo>
                    <a:pt x="5638" y="2694"/>
                    <a:pt x="5774" y="2626"/>
                    <a:pt x="5918" y="2626"/>
                  </a:cubicBezTo>
                  <a:close/>
                  <a:moveTo>
                    <a:pt x="10332" y="5051"/>
                  </a:moveTo>
                  <a:cubicBezTo>
                    <a:pt x="10351" y="5051"/>
                    <a:pt x="10366" y="5066"/>
                    <a:pt x="10366" y="5086"/>
                  </a:cubicBezTo>
                  <a:lnTo>
                    <a:pt x="10366" y="5879"/>
                  </a:lnTo>
                  <a:cubicBezTo>
                    <a:pt x="10366" y="5899"/>
                    <a:pt x="10351" y="5914"/>
                    <a:pt x="10332" y="5914"/>
                  </a:cubicBezTo>
                  <a:lnTo>
                    <a:pt x="421" y="5914"/>
                  </a:lnTo>
                  <a:cubicBezTo>
                    <a:pt x="402" y="5914"/>
                    <a:pt x="387" y="5899"/>
                    <a:pt x="387" y="5879"/>
                  </a:cubicBezTo>
                  <a:lnTo>
                    <a:pt x="387" y="5086"/>
                  </a:lnTo>
                  <a:cubicBezTo>
                    <a:pt x="387" y="5066"/>
                    <a:pt x="402" y="5051"/>
                    <a:pt x="421" y="5051"/>
                  </a:cubicBezTo>
                  <a:close/>
                  <a:moveTo>
                    <a:pt x="4199" y="6301"/>
                  </a:moveTo>
                  <a:lnTo>
                    <a:pt x="4457" y="12795"/>
                  </a:lnTo>
                  <a:lnTo>
                    <a:pt x="3317" y="12795"/>
                  </a:lnTo>
                  <a:lnTo>
                    <a:pt x="2886" y="6301"/>
                  </a:lnTo>
                  <a:close/>
                  <a:moveTo>
                    <a:pt x="6168" y="6301"/>
                  </a:moveTo>
                  <a:lnTo>
                    <a:pt x="5909" y="12795"/>
                  </a:lnTo>
                  <a:lnTo>
                    <a:pt x="4844" y="12795"/>
                  </a:lnTo>
                  <a:lnTo>
                    <a:pt x="4586" y="6301"/>
                  </a:lnTo>
                  <a:close/>
                  <a:moveTo>
                    <a:pt x="7868" y="6301"/>
                  </a:moveTo>
                  <a:lnTo>
                    <a:pt x="7436" y="12795"/>
                  </a:lnTo>
                  <a:lnTo>
                    <a:pt x="6296" y="12795"/>
                  </a:lnTo>
                  <a:lnTo>
                    <a:pt x="6554" y="6301"/>
                  </a:lnTo>
                  <a:close/>
                  <a:moveTo>
                    <a:pt x="9568" y="6301"/>
                  </a:moveTo>
                  <a:lnTo>
                    <a:pt x="8924" y="12532"/>
                  </a:lnTo>
                  <a:cubicBezTo>
                    <a:pt x="8910" y="12682"/>
                    <a:pt x="8786" y="12795"/>
                    <a:pt x="8637" y="12795"/>
                  </a:cubicBezTo>
                  <a:lnTo>
                    <a:pt x="7824" y="12795"/>
                  </a:lnTo>
                  <a:lnTo>
                    <a:pt x="8254" y="6301"/>
                  </a:lnTo>
                  <a:close/>
                  <a:moveTo>
                    <a:pt x="4338" y="1"/>
                  </a:moveTo>
                  <a:cubicBezTo>
                    <a:pt x="3604" y="1"/>
                    <a:pt x="2998" y="556"/>
                    <a:pt x="2916" y="1267"/>
                  </a:cubicBezTo>
                  <a:cubicBezTo>
                    <a:pt x="2880" y="1264"/>
                    <a:pt x="2843" y="1263"/>
                    <a:pt x="2806" y="1263"/>
                  </a:cubicBezTo>
                  <a:cubicBezTo>
                    <a:pt x="2017" y="1263"/>
                    <a:pt x="1375" y="1904"/>
                    <a:pt x="1375" y="2692"/>
                  </a:cubicBezTo>
                  <a:cubicBezTo>
                    <a:pt x="1375" y="2787"/>
                    <a:pt x="1385" y="2880"/>
                    <a:pt x="1403" y="2971"/>
                  </a:cubicBezTo>
                  <a:cubicBezTo>
                    <a:pt x="825" y="3166"/>
                    <a:pt x="434" y="3702"/>
                    <a:pt x="434" y="4325"/>
                  </a:cubicBezTo>
                  <a:cubicBezTo>
                    <a:pt x="434" y="4420"/>
                    <a:pt x="443" y="4541"/>
                    <a:pt x="467" y="4664"/>
                  </a:cubicBezTo>
                  <a:lnTo>
                    <a:pt x="422" y="4664"/>
                  </a:lnTo>
                  <a:cubicBezTo>
                    <a:pt x="189" y="4664"/>
                    <a:pt x="0" y="4853"/>
                    <a:pt x="0" y="5086"/>
                  </a:cubicBezTo>
                  <a:lnTo>
                    <a:pt x="0" y="5879"/>
                  </a:lnTo>
                  <a:cubicBezTo>
                    <a:pt x="0" y="6112"/>
                    <a:pt x="189" y="6301"/>
                    <a:pt x="422" y="6301"/>
                  </a:cubicBezTo>
                  <a:lnTo>
                    <a:pt x="797" y="6301"/>
                  </a:lnTo>
                  <a:lnTo>
                    <a:pt x="1152" y="9731"/>
                  </a:lnTo>
                  <a:cubicBezTo>
                    <a:pt x="1162" y="9830"/>
                    <a:pt x="1246" y="9905"/>
                    <a:pt x="1344" y="9905"/>
                  </a:cubicBezTo>
                  <a:cubicBezTo>
                    <a:pt x="1350" y="9905"/>
                    <a:pt x="1357" y="9904"/>
                    <a:pt x="1364" y="9903"/>
                  </a:cubicBezTo>
                  <a:cubicBezTo>
                    <a:pt x="1470" y="9892"/>
                    <a:pt x="1547" y="9798"/>
                    <a:pt x="1536" y="9691"/>
                  </a:cubicBezTo>
                  <a:lnTo>
                    <a:pt x="1186" y="6301"/>
                  </a:lnTo>
                  <a:lnTo>
                    <a:pt x="2499" y="6301"/>
                  </a:lnTo>
                  <a:lnTo>
                    <a:pt x="2930" y="12795"/>
                  </a:lnTo>
                  <a:lnTo>
                    <a:pt x="2117" y="12795"/>
                  </a:lnTo>
                  <a:cubicBezTo>
                    <a:pt x="1967" y="12795"/>
                    <a:pt x="1843" y="12682"/>
                    <a:pt x="1830" y="12530"/>
                  </a:cubicBezTo>
                  <a:lnTo>
                    <a:pt x="1629" y="10588"/>
                  </a:lnTo>
                  <a:cubicBezTo>
                    <a:pt x="1618" y="10489"/>
                    <a:pt x="1535" y="10415"/>
                    <a:pt x="1437" y="10415"/>
                  </a:cubicBezTo>
                  <a:cubicBezTo>
                    <a:pt x="1430" y="10415"/>
                    <a:pt x="1423" y="10415"/>
                    <a:pt x="1416" y="10416"/>
                  </a:cubicBezTo>
                  <a:cubicBezTo>
                    <a:pt x="1311" y="10426"/>
                    <a:pt x="1234" y="10522"/>
                    <a:pt x="1244" y="10628"/>
                  </a:cubicBezTo>
                  <a:lnTo>
                    <a:pt x="1445" y="12568"/>
                  </a:lnTo>
                  <a:cubicBezTo>
                    <a:pt x="1477" y="12918"/>
                    <a:pt x="1766" y="13181"/>
                    <a:pt x="2117" y="13181"/>
                  </a:cubicBezTo>
                  <a:lnTo>
                    <a:pt x="8637" y="13181"/>
                  </a:lnTo>
                  <a:cubicBezTo>
                    <a:pt x="8988" y="13181"/>
                    <a:pt x="9276" y="12918"/>
                    <a:pt x="9308" y="12570"/>
                  </a:cubicBezTo>
                  <a:lnTo>
                    <a:pt x="9956" y="6301"/>
                  </a:lnTo>
                  <a:lnTo>
                    <a:pt x="10333" y="6301"/>
                  </a:lnTo>
                  <a:cubicBezTo>
                    <a:pt x="10564" y="6301"/>
                    <a:pt x="10753" y="6112"/>
                    <a:pt x="10753" y="5880"/>
                  </a:cubicBezTo>
                  <a:lnTo>
                    <a:pt x="10753" y="5086"/>
                  </a:lnTo>
                  <a:cubicBezTo>
                    <a:pt x="10753" y="4853"/>
                    <a:pt x="10564" y="4664"/>
                    <a:pt x="10332" y="4664"/>
                  </a:cubicBezTo>
                  <a:lnTo>
                    <a:pt x="10279" y="4664"/>
                  </a:lnTo>
                  <a:cubicBezTo>
                    <a:pt x="10306" y="4554"/>
                    <a:pt x="10320" y="4441"/>
                    <a:pt x="10320" y="4325"/>
                  </a:cubicBezTo>
                  <a:cubicBezTo>
                    <a:pt x="10320" y="3702"/>
                    <a:pt x="9929" y="3165"/>
                    <a:pt x="9351" y="2971"/>
                  </a:cubicBezTo>
                  <a:cubicBezTo>
                    <a:pt x="9369" y="2880"/>
                    <a:pt x="9378" y="2787"/>
                    <a:pt x="9378" y="2692"/>
                  </a:cubicBezTo>
                  <a:cubicBezTo>
                    <a:pt x="9378" y="2369"/>
                    <a:pt x="9267" y="2053"/>
                    <a:pt x="9066" y="1800"/>
                  </a:cubicBezTo>
                  <a:cubicBezTo>
                    <a:pt x="9028" y="1753"/>
                    <a:pt x="8972" y="1728"/>
                    <a:pt x="8915" y="1728"/>
                  </a:cubicBezTo>
                  <a:cubicBezTo>
                    <a:pt x="8873" y="1728"/>
                    <a:pt x="8830" y="1742"/>
                    <a:pt x="8795" y="1771"/>
                  </a:cubicBezTo>
                  <a:cubicBezTo>
                    <a:pt x="8712" y="1836"/>
                    <a:pt x="8698" y="1958"/>
                    <a:pt x="8764" y="2041"/>
                  </a:cubicBezTo>
                  <a:cubicBezTo>
                    <a:pt x="8914" y="2228"/>
                    <a:pt x="8992" y="2454"/>
                    <a:pt x="8992" y="2692"/>
                  </a:cubicBezTo>
                  <a:cubicBezTo>
                    <a:pt x="8992" y="2798"/>
                    <a:pt x="8976" y="2902"/>
                    <a:pt x="8945" y="3002"/>
                  </a:cubicBezTo>
                  <a:cubicBezTo>
                    <a:pt x="8926" y="3066"/>
                    <a:pt x="8933" y="3135"/>
                    <a:pt x="8967" y="3193"/>
                  </a:cubicBezTo>
                  <a:cubicBezTo>
                    <a:pt x="9001" y="3251"/>
                    <a:pt x="9057" y="3292"/>
                    <a:pt x="9122" y="3308"/>
                  </a:cubicBezTo>
                  <a:cubicBezTo>
                    <a:pt x="9599" y="3415"/>
                    <a:pt x="9934" y="3834"/>
                    <a:pt x="9934" y="4325"/>
                  </a:cubicBezTo>
                  <a:cubicBezTo>
                    <a:pt x="9934" y="4442"/>
                    <a:pt x="9915" y="4555"/>
                    <a:pt x="9877" y="4664"/>
                  </a:cubicBezTo>
                  <a:lnTo>
                    <a:pt x="8036" y="4664"/>
                  </a:lnTo>
                  <a:cubicBezTo>
                    <a:pt x="8039" y="4636"/>
                    <a:pt x="8041" y="4609"/>
                    <a:pt x="8041" y="4580"/>
                  </a:cubicBezTo>
                  <a:cubicBezTo>
                    <a:pt x="8041" y="4244"/>
                    <a:pt x="7844" y="3948"/>
                    <a:pt x="7547" y="3817"/>
                  </a:cubicBezTo>
                  <a:cubicBezTo>
                    <a:pt x="7549" y="3788"/>
                    <a:pt x="7551" y="3760"/>
                    <a:pt x="7551" y="3731"/>
                  </a:cubicBezTo>
                  <a:cubicBezTo>
                    <a:pt x="7551" y="3277"/>
                    <a:pt x="7187" y="2906"/>
                    <a:pt x="6735" y="2895"/>
                  </a:cubicBezTo>
                  <a:cubicBezTo>
                    <a:pt x="6652" y="2520"/>
                    <a:pt x="6317" y="2239"/>
                    <a:pt x="5918" y="2239"/>
                  </a:cubicBezTo>
                  <a:cubicBezTo>
                    <a:pt x="5719" y="2239"/>
                    <a:pt x="5527" y="2311"/>
                    <a:pt x="5377" y="2437"/>
                  </a:cubicBezTo>
                  <a:cubicBezTo>
                    <a:pt x="5227" y="2311"/>
                    <a:pt x="5036" y="2239"/>
                    <a:pt x="4836" y="2239"/>
                  </a:cubicBezTo>
                  <a:cubicBezTo>
                    <a:pt x="4437" y="2239"/>
                    <a:pt x="4102" y="2520"/>
                    <a:pt x="4020" y="2895"/>
                  </a:cubicBezTo>
                  <a:cubicBezTo>
                    <a:pt x="3568" y="2906"/>
                    <a:pt x="3204" y="3277"/>
                    <a:pt x="3204" y="3731"/>
                  </a:cubicBezTo>
                  <a:cubicBezTo>
                    <a:pt x="3204" y="3760"/>
                    <a:pt x="3205" y="3788"/>
                    <a:pt x="3208" y="3817"/>
                  </a:cubicBezTo>
                  <a:cubicBezTo>
                    <a:pt x="2910" y="3948"/>
                    <a:pt x="2713" y="4244"/>
                    <a:pt x="2713" y="4580"/>
                  </a:cubicBezTo>
                  <a:cubicBezTo>
                    <a:pt x="2713" y="4606"/>
                    <a:pt x="2714" y="4634"/>
                    <a:pt x="2718" y="4664"/>
                  </a:cubicBezTo>
                  <a:lnTo>
                    <a:pt x="863" y="4664"/>
                  </a:lnTo>
                  <a:cubicBezTo>
                    <a:pt x="836" y="4561"/>
                    <a:pt x="820" y="4436"/>
                    <a:pt x="820" y="4325"/>
                  </a:cubicBezTo>
                  <a:cubicBezTo>
                    <a:pt x="820" y="3834"/>
                    <a:pt x="1154" y="3415"/>
                    <a:pt x="1632" y="3308"/>
                  </a:cubicBezTo>
                  <a:cubicBezTo>
                    <a:pt x="1697" y="3292"/>
                    <a:pt x="1754" y="3251"/>
                    <a:pt x="1787" y="3193"/>
                  </a:cubicBezTo>
                  <a:cubicBezTo>
                    <a:pt x="1820" y="3135"/>
                    <a:pt x="1829" y="3066"/>
                    <a:pt x="1808" y="3002"/>
                  </a:cubicBezTo>
                  <a:cubicBezTo>
                    <a:pt x="1777" y="2902"/>
                    <a:pt x="1762" y="2798"/>
                    <a:pt x="1762" y="2692"/>
                  </a:cubicBezTo>
                  <a:cubicBezTo>
                    <a:pt x="1762" y="2117"/>
                    <a:pt x="2229" y="1649"/>
                    <a:pt x="2806" y="1649"/>
                  </a:cubicBezTo>
                  <a:cubicBezTo>
                    <a:pt x="2872" y="1649"/>
                    <a:pt x="2940" y="1656"/>
                    <a:pt x="3007" y="1668"/>
                  </a:cubicBezTo>
                  <a:cubicBezTo>
                    <a:pt x="3022" y="1671"/>
                    <a:pt x="3038" y="1673"/>
                    <a:pt x="3054" y="1673"/>
                  </a:cubicBezTo>
                  <a:cubicBezTo>
                    <a:pt x="3109" y="1673"/>
                    <a:pt x="3163" y="1654"/>
                    <a:pt x="3206" y="1618"/>
                  </a:cubicBezTo>
                  <a:cubicBezTo>
                    <a:pt x="3262" y="1572"/>
                    <a:pt x="3294" y="1504"/>
                    <a:pt x="3294" y="1431"/>
                  </a:cubicBezTo>
                  <a:cubicBezTo>
                    <a:pt x="3294" y="855"/>
                    <a:pt x="3762" y="387"/>
                    <a:pt x="4338" y="387"/>
                  </a:cubicBezTo>
                  <a:cubicBezTo>
                    <a:pt x="4670" y="387"/>
                    <a:pt x="4986" y="548"/>
                    <a:pt x="5182" y="818"/>
                  </a:cubicBezTo>
                  <a:cubicBezTo>
                    <a:pt x="5227" y="881"/>
                    <a:pt x="5300" y="918"/>
                    <a:pt x="5377" y="918"/>
                  </a:cubicBezTo>
                  <a:cubicBezTo>
                    <a:pt x="5454" y="918"/>
                    <a:pt x="5527" y="881"/>
                    <a:pt x="5572" y="818"/>
                  </a:cubicBezTo>
                  <a:cubicBezTo>
                    <a:pt x="5768" y="548"/>
                    <a:pt x="6084" y="387"/>
                    <a:pt x="6417" y="387"/>
                  </a:cubicBezTo>
                  <a:cubicBezTo>
                    <a:pt x="6992" y="387"/>
                    <a:pt x="7460" y="855"/>
                    <a:pt x="7460" y="1431"/>
                  </a:cubicBezTo>
                  <a:cubicBezTo>
                    <a:pt x="7460" y="1504"/>
                    <a:pt x="7492" y="1572"/>
                    <a:pt x="7548" y="1618"/>
                  </a:cubicBezTo>
                  <a:cubicBezTo>
                    <a:pt x="7592" y="1654"/>
                    <a:pt x="7645" y="1673"/>
                    <a:pt x="7700" y="1673"/>
                  </a:cubicBezTo>
                  <a:cubicBezTo>
                    <a:pt x="7716" y="1673"/>
                    <a:pt x="7732" y="1671"/>
                    <a:pt x="7748" y="1668"/>
                  </a:cubicBezTo>
                  <a:cubicBezTo>
                    <a:pt x="7814" y="1656"/>
                    <a:pt x="7882" y="1649"/>
                    <a:pt x="7949" y="1649"/>
                  </a:cubicBezTo>
                  <a:cubicBezTo>
                    <a:pt x="8004" y="1649"/>
                    <a:pt x="8058" y="1653"/>
                    <a:pt x="8111" y="1662"/>
                  </a:cubicBezTo>
                  <a:cubicBezTo>
                    <a:pt x="8121" y="1664"/>
                    <a:pt x="8131" y="1664"/>
                    <a:pt x="8140" y="1664"/>
                  </a:cubicBezTo>
                  <a:cubicBezTo>
                    <a:pt x="8234" y="1664"/>
                    <a:pt x="8316" y="1596"/>
                    <a:pt x="8331" y="1501"/>
                  </a:cubicBezTo>
                  <a:cubicBezTo>
                    <a:pt x="8349" y="1395"/>
                    <a:pt x="8276" y="1297"/>
                    <a:pt x="8170" y="1280"/>
                  </a:cubicBezTo>
                  <a:cubicBezTo>
                    <a:pt x="8098" y="1269"/>
                    <a:pt x="8023" y="1263"/>
                    <a:pt x="7949" y="1263"/>
                  </a:cubicBezTo>
                  <a:cubicBezTo>
                    <a:pt x="7912" y="1263"/>
                    <a:pt x="7874" y="1264"/>
                    <a:pt x="7837" y="1267"/>
                  </a:cubicBezTo>
                  <a:cubicBezTo>
                    <a:pt x="7755" y="556"/>
                    <a:pt x="7150" y="1"/>
                    <a:pt x="6416" y="1"/>
                  </a:cubicBezTo>
                  <a:cubicBezTo>
                    <a:pt x="6022" y="1"/>
                    <a:pt x="5645" y="166"/>
                    <a:pt x="5377" y="450"/>
                  </a:cubicBezTo>
                  <a:cubicBezTo>
                    <a:pt x="5109" y="166"/>
                    <a:pt x="4731" y="1"/>
                    <a:pt x="433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" name="Google Shape;492;p47">
            <a:extLst>
              <a:ext uri="{FF2B5EF4-FFF2-40B4-BE49-F238E27FC236}">
                <a16:creationId xmlns:a16="http://schemas.microsoft.com/office/drawing/2014/main" id="{2E1E3152-AFF1-48C7-BA0B-8D8EB338B16A}"/>
              </a:ext>
            </a:extLst>
          </p:cNvPr>
          <p:cNvSpPr txBox="1">
            <a:spLocks/>
          </p:cNvSpPr>
          <p:nvPr/>
        </p:nvSpPr>
        <p:spPr>
          <a:xfrm>
            <a:off x="3982269" y="2739348"/>
            <a:ext cx="1482595" cy="5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pPr marL="0" indent="0" algn="ctr"/>
            <a:r>
              <a:rPr lang="en-GB" err="1"/>
              <a:t>Avg</a:t>
            </a:r>
            <a:r>
              <a:rPr lang="en-GB"/>
              <a:t> Rental Duration</a:t>
            </a:r>
          </a:p>
        </p:txBody>
      </p:sp>
      <p:sp>
        <p:nvSpPr>
          <p:cNvPr id="11" name="Google Shape;492;p47">
            <a:extLst>
              <a:ext uri="{FF2B5EF4-FFF2-40B4-BE49-F238E27FC236}">
                <a16:creationId xmlns:a16="http://schemas.microsoft.com/office/drawing/2014/main" id="{4EA84746-3D56-4075-4EEC-C137F7D5FD12}"/>
              </a:ext>
            </a:extLst>
          </p:cNvPr>
          <p:cNvSpPr txBox="1">
            <a:spLocks/>
          </p:cNvSpPr>
          <p:nvPr/>
        </p:nvSpPr>
        <p:spPr>
          <a:xfrm>
            <a:off x="618831" y="4397418"/>
            <a:ext cx="1736808" cy="5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pPr marL="0" indent="0" algn="ctr"/>
            <a:r>
              <a:rPr lang="en-GB" err="1"/>
              <a:t>Avg</a:t>
            </a:r>
            <a:r>
              <a:rPr lang="en-GB"/>
              <a:t> Transaction Value</a:t>
            </a:r>
          </a:p>
        </p:txBody>
      </p:sp>
      <p:sp>
        <p:nvSpPr>
          <p:cNvPr id="14" name="Google Shape;498;p47">
            <a:extLst>
              <a:ext uri="{FF2B5EF4-FFF2-40B4-BE49-F238E27FC236}">
                <a16:creationId xmlns:a16="http://schemas.microsoft.com/office/drawing/2014/main" id="{3412B8B7-D0A6-79FB-D1EC-1D24743BFC7A}"/>
              </a:ext>
            </a:extLst>
          </p:cNvPr>
          <p:cNvSpPr txBox="1">
            <a:spLocks/>
          </p:cNvSpPr>
          <p:nvPr/>
        </p:nvSpPr>
        <p:spPr>
          <a:xfrm>
            <a:off x="5762328" y="1494542"/>
            <a:ext cx="1688304" cy="5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pPr marL="0" indent="0" algn="ctr"/>
            <a:r>
              <a:rPr lang="en"/>
              <a:t>$60,793.87</a:t>
            </a:r>
          </a:p>
        </p:txBody>
      </p:sp>
      <p:sp>
        <p:nvSpPr>
          <p:cNvPr id="15" name="Google Shape;498;p47">
            <a:extLst>
              <a:ext uri="{FF2B5EF4-FFF2-40B4-BE49-F238E27FC236}">
                <a16:creationId xmlns:a16="http://schemas.microsoft.com/office/drawing/2014/main" id="{AD4BACE6-A22F-C90B-EF69-046FBB9A6E52}"/>
              </a:ext>
            </a:extLst>
          </p:cNvPr>
          <p:cNvSpPr txBox="1">
            <a:spLocks/>
          </p:cNvSpPr>
          <p:nvPr/>
        </p:nvSpPr>
        <p:spPr>
          <a:xfrm>
            <a:off x="4108943" y="2388948"/>
            <a:ext cx="1334303" cy="5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pPr marL="0" indent="0" algn="ctr"/>
            <a:r>
              <a:rPr lang="en"/>
              <a:t>5 Days</a:t>
            </a:r>
          </a:p>
        </p:txBody>
      </p:sp>
      <p:sp>
        <p:nvSpPr>
          <p:cNvPr id="16" name="Google Shape;498;p47">
            <a:extLst>
              <a:ext uri="{FF2B5EF4-FFF2-40B4-BE49-F238E27FC236}">
                <a16:creationId xmlns:a16="http://schemas.microsoft.com/office/drawing/2014/main" id="{24D30BB9-3CA9-3138-2730-DD29DED6DBB7}"/>
              </a:ext>
            </a:extLst>
          </p:cNvPr>
          <p:cNvSpPr txBox="1">
            <a:spLocks/>
          </p:cNvSpPr>
          <p:nvPr/>
        </p:nvSpPr>
        <p:spPr>
          <a:xfrm>
            <a:off x="5379420" y="3773559"/>
            <a:ext cx="1165668" cy="5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pPr marL="0" indent="0"/>
            <a:r>
              <a:rPr lang="en"/>
              <a:t>$101.50</a:t>
            </a:r>
          </a:p>
        </p:txBody>
      </p: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405F036D-21A7-54B6-FF2B-C763542DE42A}"/>
              </a:ext>
            </a:extLst>
          </p:cNvPr>
          <p:cNvCxnSpPr>
            <a:cxnSpLocks/>
          </p:cNvCxnSpPr>
          <p:nvPr/>
        </p:nvCxnSpPr>
        <p:spPr>
          <a:xfrm rot="10800000" flipV="1">
            <a:off x="1517042" y="2997765"/>
            <a:ext cx="831807" cy="821224"/>
          </a:xfrm>
          <a:prstGeom prst="bentConnector3">
            <a:avLst>
              <a:gd name="adj1" fmla="val 98215"/>
            </a:avLst>
          </a:prstGeom>
          <a:ln w="28575">
            <a:solidFill>
              <a:schemeClr val="bg1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4" name="Elbow Connector 23">
            <a:extLst>
              <a:ext uri="{FF2B5EF4-FFF2-40B4-BE49-F238E27FC236}">
                <a16:creationId xmlns:a16="http://schemas.microsoft.com/office/drawing/2014/main" id="{704177F2-0A14-EAF5-6CFD-053E6DCDEF2E}"/>
              </a:ext>
            </a:extLst>
          </p:cNvPr>
          <p:cNvCxnSpPr>
            <a:cxnSpLocks/>
          </p:cNvCxnSpPr>
          <p:nvPr/>
        </p:nvCxnSpPr>
        <p:spPr>
          <a:xfrm rot="10800000">
            <a:off x="2119811" y="1427751"/>
            <a:ext cx="822511" cy="419788"/>
          </a:xfrm>
          <a:prstGeom prst="bentConnector3">
            <a:avLst>
              <a:gd name="adj1" fmla="val 1241"/>
            </a:avLst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Elbow Connector 29">
            <a:extLst>
              <a:ext uri="{FF2B5EF4-FFF2-40B4-BE49-F238E27FC236}">
                <a16:creationId xmlns:a16="http://schemas.microsoft.com/office/drawing/2014/main" id="{C45C66C9-CE47-55AC-8B60-DFFE28BD1109}"/>
              </a:ext>
            </a:extLst>
          </p:cNvPr>
          <p:cNvCxnSpPr>
            <a:cxnSpLocks/>
          </p:cNvCxnSpPr>
          <p:nvPr/>
        </p:nvCxnSpPr>
        <p:spPr>
          <a:xfrm>
            <a:off x="3382130" y="2153845"/>
            <a:ext cx="807692" cy="486503"/>
          </a:xfrm>
          <a:prstGeom prst="bentConnector3">
            <a:avLst>
              <a:gd name="adj1" fmla="val 50000"/>
            </a:avLst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Elbow Connector 45">
            <a:extLst>
              <a:ext uri="{FF2B5EF4-FFF2-40B4-BE49-F238E27FC236}">
                <a16:creationId xmlns:a16="http://schemas.microsoft.com/office/drawing/2014/main" id="{31136EEC-0991-FD5C-1B1D-825A5D4758BC}"/>
              </a:ext>
            </a:extLst>
          </p:cNvPr>
          <p:cNvCxnSpPr>
            <a:cxnSpLocks/>
            <a:endCxn id="14" idx="3"/>
          </p:cNvCxnSpPr>
          <p:nvPr/>
        </p:nvCxnSpPr>
        <p:spPr>
          <a:xfrm rot="16200000" flipV="1">
            <a:off x="7257169" y="1939406"/>
            <a:ext cx="1244807" cy="857879"/>
          </a:xfrm>
          <a:prstGeom prst="bentConnector2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47">
            <a:extLst>
              <a:ext uri="{FF2B5EF4-FFF2-40B4-BE49-F238E27FC236}">
                <a16:creationId xmlns:a16="http://schemas.microsoft.com/office/drawing/2014/main" id="{280483CB-809C-4EF7-EB91-B504DCAC4466}"/>
              </a:ext>
            </a:extLst>
          </p:cNvPr>
          <p:cNvCxnSpPr/>
          <p:nvPr/>
        </p:nvCxnSpPr>
        <p:spPr>
          <a:xfrm rot="10800000" flipV="1">
            <a:off x="6606481" y="3692564"/>
            <a:ext cx="935915" cy="370289"/>
          </a:xfrm>
          <a:prstGeom prst="bentConnector3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Google Shape;498;p47">
            <a:extLst>
              <a:ext uri="{FF2B5EF4-FFF2-40B4-BE49-F238E27FC236}">
                <a16:creationId xmlns:a16="http://schemas.microsoft.com/office/drawing/2014/main" id="{66809D85-264E-A028-ED9F-693B3D5907CB}"/>
              </a:ext>
            </a:extLst>
          </p:cNvPr>
          <p:cNvSpPr txBox="1">
            <a:spLocks/>
          </p:cNvSpPr>
          <p:nvPr/>
        </p:nvSpPr>
        <p:spPr>
          <a:xfrm>
            <a:off x="3040827" y="3517675"/>
            <a:ext cx="1334303" cy="5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Bakbak One"/>
              <a:buNone/>
              <a:defRPr sz="2300" b="0" i="0" u="none" strike="noStrike" cap="none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pPr marL="0" indent="0" algn="ctr"/>
            <a:r>
              <a:rPr lang="en"/>
              <a:t>46-185 minutes</a:t>
            </a:r>
          </a:p>
        </p:txBody>
      </p:sp>
      <p:sp>
        <p:nvSpPr>
          <p:cNvPr id="54" name="Google Shape;492;p47">
            <a:extLst>
              <a:ext uri="{FF2B5EF4-FFF2-40B4-BE49-F238E27FC236}">
                <a16:creationId xmlns:a16="http://schemas.microsoft.com/office/drawing/2014/main" id="{25940CAB-3557-29CD-CF00-04FE03786F0B}"/>
              </a:ext>
            </a:extLst>
          </p:cNvPr>
          <p:cNvSpPr txBox="1">
            <a:spLocks/>
          </p:cNvSpPr>
          <p:nvPr/>
        </p:nvSpPr>
        <p:spPr>
          <a:xfrm>
            <a:off x="2975868" y="4077650"/>
            <a:ext cx="1482595" cy="5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pPr marL="0" indent="0" algn="ctr"/>
            <a:r>
              <a:rPr lang="en-GB"/>
              <a:t>Film length range</a:t>
            </a:r>
          </a:p>
        </p:txBody>
      </p:sp>
      <p:cxnSp>
        <p:nvCxnSpPr>
          <p:cNvPr id="55" name="Elbow Connector 54">
            <a:extLst>
              <a:ext uri="{FF2B5EF4-FFF2-40B4-BE49-F238E27FC236}">
                <a16:creationId xmlns:a16="http://schemas.microsoft.com/office/drawing/2014/main" id="{A2D35A12-F7CF-8E67-1385-C688F58C336C}"/>
              </a:ext>
            </a:extLst>
          </p:cNvPr>
          <p:cNvCxnSpPr>
            <a:cxnSpLocks/>
          </p:cNvCxnSpPr>
          <p:nvPr/>
        </p:nvCxnSpPr>
        <p:spPr>
          <a:xfrm rot="16200000" flipH="1">
            <a:off x="2519664" y="3366187"/>
            <a:ext cx="804097" cy="344123"/>
          </a:xfrm>
          <a:prstGeom prst="bentConnector3">
            <a:avLst>
              <a:gd name="adj1" fmla="val 101871"/>
            </a:avLst>
          </a:prstGeom>
          <a:ln w="28575">
            <a:solidFill>
              <a:schemeClr val="bg1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1">
          <a:extLst>
            <a:ext uri="{FF2B5EF4-FFF2-40B4-BE49-F238E27FC236}">
              <a16:creationId xmlns:a16="http://schemas.microsoft.com/office/drawing/2014/main" id="{7A4649C8-2D72-ED75-8C58-AE53F6F89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42">
            <a:extLst>
              <a:ext uri="{FF2B5EF4-FFF2-40B4-BE49-F238E27FC236}">
                <a16:creationId xmlns:a16="http://schemas.microsoft.com/office/drawing/2014/main" id="{94C47A6F-6A0C-54A1-8FEB-5519C749B77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36000" y="1249017"/>
            <a:ext cx="4272000" cy="1198328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Customers</a:t>
            </a:r>
            <a:endParaRPr dirty="0"/>
          </a:p>
        </p:txBody>
      </p:sp>
      <p:sp>
        <p:nvSpPr>
          <p:cNvPr id="414" name="Google Shape;414;p42">
            <a:extLst>
              <a:ext uri="{FF2B5EF4-FFF2-40B4-BE49-F238E27FC236}">
                <a16:creationId xmlns:a16="http://schemas.microsoft.com/office/drawing/2014/main" id="{9A2EE35A-2191-0D1C-2C09-D9EC017DC394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436000" y="2571750"/>
            <a:ext cx="4272000" cy="37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dirty="0"/>
              <a:t>Where Are the Customers?</a:t>
            </a:r>
            <a:endParaRPr sz="2000" dirty="0"/>
          </a:p>
        </p:txBody>
      </p:sp>
    </p:spTree>
    <p:extLst>
      <p:ext uri="{BB962C8B-B14F-4D97-AF65-F5344CB8AC3E}">
        <p14:creationId xmlns:p14="http://schemas.microsoft.com/office/powerpoint/2010/main" val="21087008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Google Shape;705;p59"/>
          <p:cNvSpPr txBox="1">
            <a:spLocks noGrp="1"/>
          </p:cNvSpPr>
          <p:nvPr>
            <p:ph type="title"/>
          </p:nvPr>
        </p:nvSpPr>
        <p:spPr>
          <a:xfrm>
            <a:off x="4101094" y="400339"/>
            <a:ext cx="4946500" cy="63645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Where the Fans Are</a:t>
            </a:r>
            <a:endParaRPr dirty="0"/>
          </a:p>
        </p:txBody>
      </p:sp>
      <p:sp>
        <p:nvSpPr>
          <p:cNvPr id="761" name="Google Shape;761;p59"/>
          <p:cNvSpPr txBox="1"/>
          <p:nvPr/>
        </p:nvSpPr>
        <p:spPr>
          <a:xfrm flipH="1">
            <a:off x="461466" y="554303"/>
            <a:ext cx="2833085" cy="12454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A global customer base is a strategic asset as streaming expands reach beyond physical store locations. </a:t>
            </a:r>
            <a:endParaRPr sz="1600" dirty="0">
              <a:solidFill>
                <a:schemeClr val="dk1"/>
              </a:solidFill>
              <a:latin typeface="Didact Gothic"/>
              <a:ea typeface="Didact Gothic"/>
              <a:cs typeface="Didact Gothic"/>
              <a:sym typeface="Didact Gothic"/>
            </a:endParaRPr>
          </a:p>
        </p:txBody>
      </p:sp>
      <p:sp>
        <p:nvSpPr>
          <p:cNvPr id="762" name="Google Shape;762;p59"/>
          <p:cNvSpPr txBox="1"/>
          <p:nvPr/>
        </p:nvSpPr>
        <p:spPr>
          <a:xfrm flipH="1">
            <a:off x="4187561" y="958901"/>
            <a:ext cx="4773565" cy="690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 err="1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Rockbuster</a:t>
            </a:r>
            <a:r>
              <a:rPr lang="en" sz="1600" dirty="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 currently serves </a:t>
            </a:r>
            <a:r>
              <a:rPr lang="en" sz="1600" dirty="0">
                <a:solidFill>
                  <a:schemeClr val="tx2">
                    <a:lumMod val="60000"/>
                    <a:lumOff val="40000"/>
                  </a:schemeClr>
                </a:solidFill>
                <a:latin typeface="Didact Gothic"/>
                <a:ea typeface="Didact Gothic"/>
                <a:cs typeface="Didact Gothic"/>
                <a:sym typeface="Didact Gothic"/>
              </a:rPr>
              <a:t>599 customers </a:t>
            </a:r>
            <a:r>
              <a:rPr lang="en" sz="1600" dirty="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across </a:t>
            </a:r>
            <a:r>
              <a:rPr lang="en" sz="1600" dirty="0">
                <a:solidFill>
                  <a:schemeClr val="bg1"/>
                </a:solidFill>
                <a:latin typeface="Didact Gothic"/>
                <a:ea typeface="Didact Gothic"/>
                <a:cs typeface="Didact Gothic"/>
                <a:sym typeface="Didact Gothic"/>
              </a:rPr>
              <a:t>108 countries</a:t>
            </a:r>
            <a:r>
              <a:rPr lang="en" sz="1600" dirty="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, proving global interest already exists. </a:t>
            </a:r>
            <a:endParaRPr sz="1600" dirty="0">
              <a:solidFill>
                <a:schemeClr val="dk1"/>
              </a:solidFill>
              <a:latin typeface="Didact Gothic"/>
              <a:ea typeface="Didact Gothic"/>
              <a:cs typeface="Didact Gothic"/>
              <a:sym typeface="Didact Gothic"/>
            </a:endParaRPr>
          </a:p>
        </p:txBody>
      </p:sp>
      <p:sp>
        <p:nvSpPr>
          <p:cNvPr id="763" name="Google Shape;763;p59"/>
          <p:cNvSpPr/>
          <p:nvPr/>
        </p:nvSpPr>
        <p:spPr>
          <a:xfrm>
            <a:off x="86471" y="676573"/>
            <a:ext cx="345600" cy="3285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4" name="Google Shape;764;p59"/>
          <p:cNvSpPr/>
          <p:nvPr/>
        </p:nvSpPr>
        <p:spPr>
          <a:xfrm>
            <a:off x="3942865" y="1177024"/>
            <a:ext cx="345600" cy="3285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761;p59">
            <a:extLst>
              <a:ext uri="{FF2B5EF4-FFF2-40B4-BE49-F238E27FC236}">
                <a16:creationId xmlns:a16="http://schemas.microsoft.com/office/drawing/2014/main" id="{88549F17-9C67-A1E5-B739-F9BC03A4DE64}"/>
              </a:ext>
            </a:extLst>
          </p:cNvPr>
          <p:cNvSpPr txBox="1"/>
          <p:nvPr/>
        </p:nvSpPr>
        <p:spPr>
          <a:xfrm flipH="1">
            <a:off x="1683673" y="4418734"/>
            <a:ext cx="3002730" cy="690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Opportunity: A ready-to-convert audience base for digital rollout.</a:t>
            </a:r>
            <a:endParaRPr sz="1600" dirty="0">
              <a:solidFill>
                <a:schemeClr val="dk1"/>
              </a:solidFill>
              <a:latin typeface="Didact Gothic"/>
              <a:ea typeface="Didact Gothic"/>
              <a:cs typeface="Didact Gothic"/>
              <a:sym typeface="Didact Gothic"/>
            </a:endParaRPr>
          </a:p>
        </p:txBody>
      </p:sp>
      <p:sp>
        <p:nvSpPr>
          <p:cNvPr id="3" name="Google Shape;765;p59">
            <a:extLst>
              <a:ext uri="{FF2B5EF4-FFF2-40B4-BE49-F238E27FC236}">
                <a16:creationId xmlns:a16="http://schemas.microsoft.com/office/drawing/2014/main" id="{F241806D-61AD-1EA9-811B-F756FD02E1E5}"/>
              </a:ext>
            </a:extLst>
          </p:cNvPr>
          <p:cNvSpPr/>
          <p:nvPr/>
        </p:nvSpPr>
        <p:spPr>
          <a:xfrm>
            <a:off x="1338073" y="4561328"/>
            <a:ext cx="345600" cy="3285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6" name="Picture 5">
            <a:hlinkClick r:id="rId3"/>
            <a:extLst>
              <a:ext uri="{FF2B5EF4-FFF2-40B4-BE49-F238E27FC236}">
                <a16:creationId xmlns:a16="http://schemas.microsoft.com/office/drawing/2014/main" id="{B8189C88-545C-44E8-A9A5-8B97BF98A11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4537"/>
          <a:stretch>
            <a:fillRect/>
          </a:stretch>
        </p:blipFill>
        <p:spPr>
          <a:xfrm>
            <a:off x="182874" y="1673960"/>
            <a:ext cx="4041514" cy="274477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3235EE8-907C-9DD6-AEB9-441AA8DD37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24" y="4548953"/>
            <a:ext cx="765376" cy="35325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F4639A01-B3BA-8AA5-84F7-CE125EF1676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98777" y="1595359"/>
            <a:ext cx="3862349" cy="35134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57"/>
          <p:cNvSpPr txBox="1">
            <a:spLocks noGrp="1"/>
          </p:cNvSpPr>
          <p:nvPr>
            <p:ph type="title"/>
          </p:nvPr>
        </p:nvSpPr>
        <p:spPr>
          <a:xfrm>
            <a:off x="1026698" y="118325"/>
            <a:ext cx="7404071" cy="635935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Where High-Affinity Customers Live</a:t>
            </a:r>
            <a:endParaRPr dirty="0"/>
          </a:p>
        </p:txBody>
      </p:sp>
      <p:grpSp>
        <p:nvGrpSpPr>
          <p:cNvPr id="677" name="Google Shape;677;p57"/>
          <p:cNvGrpSpPr/>
          <p:nvPr/>
        </p:nvGrpSpPr>
        <p:grpSpPr>
          <a:xfrm rot="10800000">
            <a:off x="2311392" y="764376"/>
            <a:ext cx="4895931" cy="3136087"/>
            <a:chOff x="828675" y="1304925"/>
            <a:chExt cx="3629100" cy="2552700"/>
          </a:xfrm>
        </p:grpSpPr>
        <p:sp>
          <p:nvSpPr>
            <p:cNvPr id="678" name="Google Shape;678;p57"/>
            <p:cNvSpPr/>
            <p:nvPr/>
          </p:nvSpPr>
          <p:spPr>
            <a:xfrm>
              <a:off x="828675" y="1304925"/>
              <a:ext cx="3629100" cy="2552700"/>
            </a:xfrm>
            <a:prstGeom prst="roundRect">
              <a:avLst>
                <a:gd name="adj" fmla="val 7836"/>
              </a:avLst>
            </a:prstGeom>
            <a:gradFill>
              <a:gsLst>
                <a:gs pos="0">
                  <a:schemeClr val="lt1"/>
                </a:gs>
                <a:gs pos="100000">
                  <a:schemeClr val="lt2"/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679" name="Google Shape;679;p57"/>
            <p:cNvCxnSpPr/>
            <p:nvPr/>
          </p:nvCxnSpPr>
          <p:spPr>
            <a:xfrm>
              <a:off x="4181475" y="1452525"/>
              <a:ext cx="0" cy="22575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2E7378F0-1185-7F56-D707-7D2C0706EE8E}"/>
              </a:ext>
            </a:extLst>
          </p:cNvPr>
          <p:cNvGrpSpPr/>
          <p:nvPr/>
        </p:nvGrpSpPr>
        <p:grpSpPr>
          <a:xfrm>
            <a:off x="2171440" y="3982285"/>
            <a:ext cx="5035884" cy="1110600"/>
            <a:chOff x="3658937" y="4051950"/>
            <a:chExt cx="5035884" cy="1110600"/>
          </a:xfrm>
        </p:grpSpPr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77B75826-644C-94DC-7C01-C2B6791405C2}"/>
                </a:ext>
              </a:extLst>
            </p:cNvPr>
            <p:cNvSpPr/>
            <p:nvPr/>
          </p:nvSpPr>
          <p:spPr>
            <a:xfrm>
              <a:off x="3900237" y="4051950"/>
              <a:ext cx="4794584" cy="1110600"/>
            </a:xfrm>
            <a:prstGeom prst="round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Google Shape;676;p57">
              <a:extLst>
                <a:ext uri="{FF2B5EF4-FFF2-40B4-BE49-F238E27FC236}">
                  <a16:creationId xmlns:a16="http://schemas.microsoft.com/office/drawing/2014/main" id="{93571A5C-C426-07D0-8707-3A7933524480}"/>
                </a:ext>
              </a:extLst>
            </p:cNvPr>
            <p:cNvSpPr txBox="1">
              <a:spLocks/>
            </p:cNvSpPr>
            <p:nvPr/>
          </p:nvSpPr>
          <p:spPr>
            <a:xfrm>
              <a:off x="3658937" y="4051950"/>
              <a:ext cx="5035884" cy="8683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57200" marR="0" lvl="0" indent="-31750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1pPr>
              <a:lvl2pPr marL="914400" marR="0" lvl="1" indent="-31750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2pPr>
              <a:lvl3pPr marL="1371600" marR="0" lvl="2" indent="-31750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3pPr>
              <a:lvl4pPr marL="1828800" marR="0" lvl="3" indent="-31750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4pPr>
              <a:lvl5pPr marL="2286000" marR="0" lvl="4" indent="-31750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5pPr>
              <a:lvl6pPr marL="2743200" marR="0" lvl="5" indent="-31750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6pPr>
              <a:lvl7pPr marL="3200400" marR="0" lvl="6" indent="-31750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7pPr>
              <a:lvl8pPr marL="3657600" marR="0" lvl="7" indent="-31750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8pPr>
              <a:lvl9pPr marL="4114800" marR="0" lvl="8" indent="-31750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9pPr>
            </a:lstStyle>
            <a:p>
              <a:pPr marL="0" indent="0" algn="ctr">
                <a:buSzPct val="110000"/>
              </a:pPr>
              <a:r>
                <a:rPr lang="en-GB" sz="2000" dirty="0">
                  <a:solidFill>
                    <a:schemeClr val="accent1"/>
                  </a:solidFill>
                </a:rPr>
                <a:t>Focus early marketing, localization, and infrastructure on Tier-1 + Tier-2 rollout waves.</a:t>
              </a: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780DE14C-B34F-7BC2-1E0C-48C2E7D24533}"/>
              </a:ext>
            </a:extLst>
          </p:cNvPr>
          <p:cNvSpPr txBox="1"/>
          <p:nvPr/>
        </p:nvSpPr>
        <p:spPr>
          <a:xfrm>
            <a:off x="7288993" y="1362183"/>
            <a:ext cx="1690416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39700" lvl="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</a:pPr>
            <a:r>
              <a:rPr lang="en-GB" sz="2000" dirty="0">
                <a:solidFill>
                  <a:schemeClr val="accent1"/>
                </a:solidFill>
                <a:latin typeface="Didact Gothic" pitchFamily="2" charset="0"/>
              </a:rPr>
              <a:t>Japan, Mexico, Brazil, Russia, Philippines, Turkey, and Indonesia form a growth tier with broad reach.</a:t>
            </a:r>
          </a:p>
        </p:txBody>
      </p:sp>
      <p:pic>
        <p:nvPicPr>
          <p:cNvPr id="7" name="Picture 6">
            <a:hlinkClick r:id="rId3"/>
            <a:extLst>
              <a:ext uri="{FF2B5EF4-FFF2-40B4-BE49-F238E27FC236}">
                <a16:creationId xmlns:a16="http://schemas.microsoft.com/office/drawing/2014/main" id="{34466722-FD7E-874A-9119-DCD6A5A28B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4869" y="880234"/>
            <a:ext cx="4218773" cy="288917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CEAD1D1-B92B-487D-14B3-0B92ECDF56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9361" y="3492680"/>
            <a:ext cx="744374" cy="35259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3FED05DC-D1CF-F44D-25E1-E671F17C3F56}"/>
              </a:ext>
            </a:extLst>
          </p:cNvPr>
          <p:cNvSpPr txBox="1"/>
          <p:nvPr/>
        </p:nvSpPr>
        <p:spPr>
          <a:xfrm>
            <a:off x="788754" y="1362183"/>
            <a:ext cx="1440976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39700" lvl="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</a:pPr>
            <a:r>
              <a:rPr lang="en-GB" sz="2000" dirty="0">
                <a:solidFill>
                  <a:schemeClr val="accent1"/>
                </a:solidFill>
                <a:latin typeface="Didact Gothic" pitchFamily="2" charset="0"/>
              </a:rPr>
              <a:t>India, China, and the United States = ~40% of customers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BDEB2DC-44D8-0943-D5DC-F2D9F0662459}"/>
              </a:ext>
            </a:extLst>
          </p:cNvPr>
          <p:cNvSpPr txBox="1"/>
          <p:nvPr/>
        </p:nvSpPr>
        <p:spPr>
          <a:xfrm>
            <a:off x="516745" y="3615335"/>
            <a:ext cx="1734702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  <a:buChar char="✰"/>
            </a:pPr>
            <a:r>
              <a:rPr lang="en-GB" sz="1600" dirty="0">
                <a:solidFill>
                  <a:schemeClr val="accent1"/>
                </a:solidFill>
                <a:latin typeface="Didact Gothic" pitchFamily="2" charset="0"/>
              </a:rPr>
              <a:t>These are the Tier-1 launch markets</a:t>
            </a:r>
          </a:p>
        </p:txBody>
      </p:sp>
      <p:sp>
        <p:nvSpPr>
          <p:cNvPr id="26" name="5-point Star 25">
            <a:extLst>
              <a:ext uri="{FF2B5EF4-FFF2-40B4-BE49-F238E27FC236}">
                <a16:creationId xmlns:a16="http://schemas.microsoft.com/office/drawing/2014/main" id="{73CB0572-7B47-8982-9CBB-EC81330D89AB}"/>
              </a:ext>
            </a:extLst>
          </p:cNvPr>
          <p:cNvSpPr/>
          <p:nvPr/>
        </p:nvSpPr>
        <p:spPr>
          <a:xfrm>
            <a:off x="1127023" y="859715"/>
            <a:ext cx="502468" cy="502468"/>
          </a:xfrm>
          <a:prstGeom prst="star5">
            <a:avLst/>
          </a:prstGeom>
          <a:solidFill>
            <a:srgbClr val="8E6287"/>
          </a:solidFill>
          <a:ln w="63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5-point Star 26">
            <a:extLst>
              <a:ext uri="{FF2B5EF4-FFF2-40B4-BE49-F238E27FC236}">
                <a16:creationId xmlns:a16="http://schemas.microsoft.com/office/drawing/2014/main" id="{37FACC06-E0BE-2051-1BC8-1127C5EC31C7}"/>
              </a:ext>
            </a:extLst>
          </p:cNvPr>
          <p:cNvSpPr/>
          <p:nvPr/>
        </p:nvSpPr>
        <p:spPr>
          <a:xfrm>
            <a:off x="7543800" y="859715"/>
            <a:ext cx="502468" cy="502468"/>
          </a:xfrm>
          <a:prstGeom prst="star5">
            <a:avLst/>
          </a:prstGeom>
          <a:solidFill>
            <a:srgbClr val="CC97B7"/>
          </a:solidFill>
          <a:ln w="63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CC97B7"/>
              </a:solidFill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697F0F27-0FB9-81F4-D7B1-E13595CC2143}"/>
              </a:ext>
            </a:extLst>
          </p:cNvPr>
          <p:cNvSpPr/>
          <p:nvPr/>
        </p:nvSpPr>
        <p:spPr>
          <a:xfrm>
            <a:off x="2367415" y="2329231"/>
            <a:ext cx="246928" cy="246928"/>
          </a:xfrm>
          <a:prstGeom prst="ellipse">
            <a:avLst/>
          </a:prstGeom>
          <a:solidFill>
            <a:schemeClr val="tx2">
              <a:lumMod val="60000"/>
              <a:lumOff val="4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val 11">
            <a:extLst>
              <a:ext uri="{FF2B5EF4-FFF2-40B4-BE49-F238E27FC236}">
                <a16:creationId xmlns:a16="http://schemas.microsoft.com/office/drawing/2014/main" id="{0AE07B51-CB8D-FA73-D574-1C55CC17F32F}"/>
              </a:ext>
            </a:extLst>
          </p:cNvPr>
          <p:cNvSpPr/>
          <p:nvPr/>
        </p:nvSpPr>
        <p:spPr>
          <a:xfrm>
            <a:off x="3240505" y="1240256"/>
            <a:ext cx="2662988" cy="2662988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6" name="Google Shape;406;p41"/>
          <p:cNvSpPr txBox="1">
            <a:spLocks noGrp="1"/>
          </p:cNvSpPr>
          <p:nvPr>
            <p:ph type="title"/>
          </p:nvPr>
        </p:nvSpPr>
        <p:spPr>
          <a:xfrm>
            <a:off x="1790643" y="1246826"/>
            <a:ext cx="5562711" cy="1896505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>
                <a:solidFill>
                  <a:schemeClr val="accent1"/>
                </a:solidFill>
              </a:rPr>
              <a:t>Revenue </a:t>
            </a:r>
            <a:br>
              <a:rPr lang="en" sz="3200">
                <a:solidFill>
                  <a:schemeClr val="accent1"/>
                </a:solidFill>
              </a:rPr>
            </a:br>
            <a:r>
              <a:rPr lang="en" sz="3200">
                <a:solidFill>
                  <a:schemeClr val="accent1"/>
                </a:solidFill>
              </a:rPr>
              <a:t>Powerhouses</a:t>
            </a:r>
            <a:endParaRPr sz="3200">
              <a:solidFill>
                <a:schemeClr val="accent1"/>
              </a:solidFill>
            </a:endParaRPr>
          </a:p>
        </p:txBody>
      </p:sp>
      <p:sp>
        <p:nvSpPr>
          <p:cNvPr id="407" name="Google Shape;407;p41"/>
          <p:cNvSpPr txBox="1">
            <a:spLocks noGrp="1"/>
          </p:cNvSpPr>
          <p:nvPr>
            <p:ph type="subTitle" idx="1"/>
          </p:nvPr>
        </p:nvSpPr>
        <p:spPr>
          <a:xfrm>
            <a:off x="1093787" y="784341"/>
            <a:ext cx="1393713" cy="1286811"/>
          </a:xfrm>
          <a:prstGeom prst="rect">
            <a:avLst/>
          </a:prstGeom>
          <a:ln w="31750" cap="rnd">
            <a:solidFill>
              <a:schemeClr val="bg1"/>
            </a:solidFill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India leads with over $6,000 in payments</a:t>
            </a:r>
            <a:endParaRPr/>
          </a:p>
        </p:txBody>
      </p:sp>
      <p:sp>
        <p:nvSpPr>
          <p:cNvPr id="2" name="Google Shape;407;p41">
            <a:extLst>
              <a:ext uri="{FF2B5EF4-FFF2-40B4-BE49-F238E27FC236}">
                <a16:creationId xmlns:a16="http://schemas.microsoft.com/office/drawing/2014/main" id="{933E5AB6-648C-4371-679D-5F97E7B72AA3}"/>
              </a:ext>
            </a:extLst>
          </p:cNvPr>
          <p:cNvSpPr txBox="1">
            <a:spLocks/>
          </p:cNvSpPr>
          <p:nvPr/>
        </p:nvSpPr>
        <p:spPr>
          <a:xfrm>
            <a:off x="1093781" y="3154913"/>
            <a:ext cx="1393713" cy="1054203"/>
          </a:xfrm>
          <a:prstGeom prst="rect">
            <a:avLst/>
          </a:prstGeom>
          <a:noFill/>
          <a:ln w="31750">
            <a:solidFill>
              <a:schemeClr val="bg1"/>
            </a:solidFill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6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pPr marL="0" indent="0"/>
            <a:r>
              <a:rPr lang="en-GB"/>
              <a:t>China and the United States follow closely</a:t>
            </a:r>
          </a:p>
        </p:txBody>
      </p:sp>
      <p:sp>
        <p:nvSpPr>
          <p:cNvPr id="3" name="Google Shape;407;p41">
            <a:extLst>
              <a:ext uri="{FF2B5EF4-FFF2-40B4-BE49-F238E27FC236}">
                <a16:creationId xmlns:a16="http://schemas.microsoft.com/office/drawing/2014/main" id="{B7DB8788-0A37-4C2F-B239-BB7CCB3ED237}"/>
              </a:ext>
            </a:extLst>
          </p:cNvPr>
          <p:cNvSpPr txBox="1">
            <a:spLocks/>
          </p:cNvSpPr>
          <p:nvPr/>
        </p:nvSpPr>
        <p:spPr>
          <a:xfrm>
            <a:off x="6304548" y="782619"/>
            <a:ext cx="1745668" cy="1655781"/>
          </a:xfrm>
          <a:prstGeom prst="rect">
            <a:avLst/>
          </a:prstGeom>
          <a:noFill/>
          <a:ln w="31750">
            <a:solidFill>
              <a:schemeClr val="bg1"/>
            </a:solidFill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6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pPr marL="0" indent="0"/>
            <a:r>
              <a:rPr lang="en-GB"/>
              <a:t>High volume</a:t>
            </a:r>
          </a:p>
          <a:p>
            <a:pPr marL="0" indent="0"/>
            <a:r>
              <a:rPr lang="en-GB"/>
              <a:t>+</a:t>
            </a:r>
          </a:p>
          <a:p>
            <a:pPr marL="0" indent="0"/>
            <a:r>
              <a:rPr lang="en-GB"/>
              <a:t>High speed </a:t>
            </a:r>
          </a:p>
          <a:p>
            <a:pPr marL="0" indent="0"/>
            <a:r>
              <a:rPr lang="en-GB"/>
              <a:t>=</a:t>
            </a:r>
          </a:p>
          <a:p>
            <a:pPr marL="0" indent="0"/>
            <a:r>
              <a:rPr lang="en-GB"/>
              <a:t>High-value launch markets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1BF7185-15BD-2195-FD08-6C6513429530}"/>
              </a:ext>
            </a:extLst>
          </p:cNvPr>
          <p:cNvGrpSpPr/>
          <p:nvPr/>
        </p:nvGrpSpPr>
        <p:grpSpPr>
          <a:xfrm>
            <a:off x="5638136" y="3837975"/>
            <a:ext cx="2662988" cy="1060336"/>
            <a:chOff x="5868488" y="3834216"/>
            <a:chExt cx="2662988" cy="1060336"/>
          </a:xfrm>
        </p:grpSpPr>
        <p:sp>
          <p:nvSpPr>
            <p:cNvPr id="23" name="Rounded Rectangle 22">
              <a:extLst>
                <a:ext uri="{FF2B5EF4-FFF2-40B4-BE49-F238E27FC236}">
                  <a16:creationId xmlns:a16="http://schemas.microsoft.com/office/drawing/2014/main" id="{BFDFCB4F-0431-1E61-EE6B-CF8547646C87}"/>
                </a:ext>
              </a:extLst>
            </p:cNvPr>
            <p:cNvSpPr/>
            <p:nvPr/>
          </p:nvSpPr>
          <p:spPr>
            <a:xfrm>
              <a:off x="5894012" y="3834216"/>
              <a:ext cx="2566739" cy="1060336"/>
            </a:xfrm>
            <a:prstGeom prst="round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Google Shape;407;p41">
              <a:extLst>
                <a:ext uri="{FF2B5EF4-FFF2-40B4-BE49-F238E27FC236}">
                  <a16:creationId xmlns:a16="http://schemas.microsoft.com/office/drawing/2014/main" id="{068ABDE3-134D-3065-5A59-01A43BBA6AA6}"/>
                </a:ext>
              </a:extLst>
            </p:cNvPr>
            <p:cNvSpPr txBox="1">
              <a:spLocks/>
            </p:cNvSpPr>
            <p:nvPr/>
          </p:nvSpPr>
          <p:spPr>
            <a:xfrm>
              <a:off x="5868488" y="3840349"/>
              <a:ext cx="2662988" cy="105420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57200" marR="0" lvl="0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Didact Gothic"/>
                <a:buNone/>
                <a:defRPr sz="16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1pPr>
              <a:lvl2pPr marL="914400" marR="0" lvl="1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2pPr>
              <a:lvl3pPr marL="1371600" marR="0" lvl="2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3pPr>
              <a:lvl4pPr marL="1828800" marR="0" lvl="3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4pPr>
              <a:lvl5pPr marL="2286000" marR="0" lvl="4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5pPr>
              <a:lvl6pPr marL="2743200" marR="0" lvl="5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6pPr>
              <a:lvl7pPr marL="3200400" marR="0" lvl="6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7pPr>
              <a:lvl8pPr marL="3657600" marR="0" lvl="7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8pPr>
              <a:lvl9pPr marL="4114800" marR="0" lvl="8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9pPr>
            </a:lstStyle>
            <a:p>
              <a:pPr marL="0" indent="0"/>
              <a:r>
                <a:rPr lang="en-GB" sz="2000">
                  <a:solidFill>
                    <a:schemeClr val="accent1"/>
                  </a:solidFill>
                </a:rPr>
                <a:t>These territories generate the revenue that will fund growth.</a:t>
              </a:r>
            </a:p>
          </p:txBody>
        </p:sp>
      </p:grpSp>
      <p:cxnSp>
        <p:nvCxnSpPr>
          <p:cNvPr id="6" name="Elbow Connector 5">
            <a:extLst>
              <a:ext uri="{FF2B5EF4-FFF2-40B4-BE49-F238E27FC236}">
                <a16:creationId xmlns:a16="http://schemas.microsoft.com/office/drawing/2014/main" id="{5FA0E44F-641A-F649-6D0B-7A7460140084}"/>
              </a:ext>
            </a:extLst>
          </p:cNvPr>
          <p:cNvCxnSpPr>
            <a:cxnSpLocks/>
          </p:cNvCxnSpPr>
          <p:nvPr/>
        </p:nvCxnSpPr>
        <p:spPr>
          <a:xfrm rot="10800000">
            <a:off x="2487500" y="1730874"/>
            <a:ext cx="849259" cy="778912"/>
          </a:xfrm>
          <a:prstGeom prst="bentConnector3">
            <a:avLst>
              <a:gd name="adj1" fmla="val 50000"/>
            </a:avLst>
          </a:prstGeom>
          <a:ln w="28575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Elbow Connector 12">
            <a:extLst>
              <a:ext uri="{FF2B5EF4-FFF2-40B4-BE49-F238E27FC236}">
                <a16:creationId xmlns:a16="http://schemas.microsoft.com/office/drawing/2014/main" id="{974AE451-4870-966C-2E67-7003A6478738}"/>
              </a:ext>
            </a:extLst>
          </p:cNvPr>
          <p:cNvCxnSpPr>
            <a:cxnSpLocks/>
            <a:endCxn id="3" idx="2"/>
          </p:cNvCxnSpPr>
          <p:nvPr/>
        </p:nvCxnSpPr>
        <p:spPr>
          <a:xfrm flipV="1">
            <a:off x="5638136" y="2438400"/>
            <a:ext cx="1539246" cy="583166"/>
          </a:xfrm>
          <a:prstGeom prst="bentConnector2">
            <a:avLst/>
          </a:prstGeom>
          <a:ln w="28575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C3046987-B572-F153-1107-575125043A67}"/>
              </a:ext>
            </a:extLst>
          </p:cNvPr>
          <p:cNvCxnSpPr>
            <a:cxnSpLocks/>
          </p:cNvCxnSpPr>
          <p:nvPr/>
        </p:nvCxnSpPr>
        <p:spPr>
          <a:xfrm rot="10800000" flipV="1">
            <a:off x="2487494" y="3281336"/>
            <a:ext cx="1030222" cy="615338"/>
          </a:xfrm>
          <a:prstGeom prst="bentConnector3">
            <a:avLst>
              <a:gd name="adj1" fmla="val 50000"/>
            </a:avLst>
          </a:prstGeom>
          <a:ln w="28575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1">
          <a:extLst>
            <a:ext uri="{FF2B5EF4-FFF2-40B4-BE49-F238E27FC236}">
              <a16:creationId xmlns:a16="http://schemas.microsoft.com/office/drawing/2014/main" id="{126CFC42-269B-D107-A166-0C54D262F6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42">
            <a:extLst>
              <a:ext uri="{FF2B5EF4-FFF2-40B4-BE49-F238E27FC236}">
                <a16:creationId xmlns:a16="http://schemas.microsoft.com/office/drawing/2014/main" id="{8C961A43-1718-67F8-839B-6A6C2A577F1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35700" y="1373422"/>
            <a:ext cx="4272000" cy="1198328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Rentals</a:t>
            </a:r>
            <a:endParaRPr dirty="0"/>
          </a:p>
        </p:txBody>
      </p:sp>
      <p:sp>
        <p:nvSpPr>
          <p:cNvPr id="414" name="Google Shape;414;p42">
            <a:extLst>
              <a:ext uri="{FF2B5EF4-FFF2-40B4-BE49-F238E27FC236}">
                <a16:creationId xmlns:a16="http://schemas.microsoft.com/office/drawing/2014/main" id="{E619F6BC-BCA6-EF7D-A20D-D946B4FB627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435700" y="2701787"/>
            <a:ext cx="4272000" cy="37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dirty="0"/>
              <a:t>What Content Pays the Bills?</a:t>
            </a:r>
            <a:endParaRPr sz="2000" dirty="0"/>
          </a:p>
        </p:txBody>
      </p:sp>
    </p:spTree>
    <p:extLst>
      <p:ext uri="{BB962C8B-B14F-4D97-AF65-F5344CB8AC3E}">
        <p14:creationId xmlns:p14="http://schemas.microsoft.com/office/powerpoint/2010/main" val="31525652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8">
          <a:extLst>
            <a:ext uri="{FF2B5EF4-FFF2-40B4-BE49-F238E27FC236}">
              <a16:creationId xmlns:a16="http://schemas.microsoft.com/office/drawing/2014/main" id="{767E06B5-48F1-AA33-C671-9BEEFC8194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668;p56">
            <a:extLst>
              <a:ext uri="{FF2B5EF4-FFF2-40B4-BE49-F238E27FC236}">
                <a16:creationId xmlns:a16="http://schemas.microsoft.com/office/drawing/2014/main" id="{3DC63538-E491-FF7E-1106-21566155EF5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365498" y="161688"/>
            <a:ext cx="5660136" cy="55583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What Content Makes Money?</a:t>
            </a:r>
            <a:endParaRPr dirty="0"/>
          </a:p>
        </p:txBody>
      </p:sp>
      <p:grpSp>
        <p:nvGrpSpPr>
          <p:cNvPr id="21" name="Google Shape;659;p56">
            <a:extLst>
              <a:ext uri="{FF2B5EF4-FFF2-40B4-BE49-F238E27FC236}">
                <a16:creationId xmlns:a16="http://schemas.microsoft.com/office/drawing/2014/main" id="{F5B6AC0E-5FDC-197C-0F69-3C0DECC6866B}"/>
              </a:ext>
            </a:extLst>
          </p:cNvPr>
          <p:cNvGrpSpPr/>
          <p:nvPr/>
        </p:nvGrpSpPr>
        <p:grpSpPr>
          <a:xfrm>
            <a:off x="1391914" y="757266"/>
            <a:ext cx="6130770" cy="5369516"/>
            <a:chOff x="4567575" y="1134050"/>
            <a:chExt cx="3505200" cy="3171325"/>
          </a:xfrm>
        </p:grpSpPr>
        <p:sp>
          <p:nvSpPr>
            <p:cNvPr id="22" name="Google Shape;660;p56">
              <a:extLst>
                <a:ext uri="{FF2B5EF4-FFF2-40B4-BE49-F238E27FC236}">
                  <a16:creationId xmlns:a16="http://schemas.microsoft.com/office/drawing/2014/main" id="{5E70AEC8-2514-473B-11EE-7D78C0437D63}"/>
                </a:ext>
              </a:extLst>
            </p:cNvPr>
            <p:cNvSpPr/>
            <p:nvPr/>
          </p:nvSpPr>
          <p:spPr>
            <a:xfrm>
              <a:off x="4567575" y="1134050"/>
              <a:ext cx="3505200" cy="2159400"/>
            </a:xfrm>
            <a:prstGeom prst="roundRect">
              <a:avLst>
                <a:gd name="adj" fmla="val 7539"/>
              </a:avLst>
            </a:prstGeom>
            <a:gradFill>
              <a:gsLst>
                <a:gs pos="0">
                  <a:schemeClr val="lt1"/>
                </a:gs>
                <a:gs pos="100000">
                  <a:schemeClr val="lt2"/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661;p56">
              <a:extLst>
                <a:ext uri="{FF2B5EF4-FFF2-40B4-BE49-F238E27FC236}">
                  <a16:creationId xmlns:a16="http://schemas.microsoft.com/office/drawing/2014/main" id="{66E97790-C1F2-41F8-5AC1-51816EA08AFD}"/>
                </a:ext>
              </a:extLst>
            </p:cNvPr>
            <p:cNvSpPr/>
            <p:nvPr/>
          </p:nvSpPr>
          <p:spPr>
            <a:xfrm>
              <a:off x="5429625" y="3293525"/>
              <a:ext cx="1781100" cy="247800"/>
            </a:xfrm>
            <a:prstGeom prst="roundRect">
              <a:avLst>
                <a:gd name="adj" fmla="val 16667"/>
              </a:avLst>
            </a:prstGeom>
            <a:gradFill>
              <a:gsLst>
                <a:gs pos="0">
                  <a:schemeClr val="lt1"/>
                </a:gs>
                <a:gs pos="100000">
                  <a:schemeClr val="lt2"/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4" name="Google Shape;662;p56">
              <a:extLst>
                <a:ext uri="{FF2B5EF4-FFF2-40B4-BE49-F238E27FC236}">
                  <a16:creationId xmlns:a16="http://schemas.microsoft.com/office/drawing/2014/main" id="{BC978694-29A1-C2C0-5CD3-13CEE02523B0}"/>
                </a:ext>
              </a:extLst>
            </p:cNvPr>
            <p:cNvGrpSpPr/>
            <p:nvPr/>
          </p:nvGrpSpPr>
          <p:grpSpPr>
            <a:xfrm>
              <a:off x="6020100" y="3340475"/>
              <a:ext cx="600150" cy="153900"/>
              <a:chOff x="5984729" y="3340475"/>
              <a:chExt cx="600150" cy="153900"/>
            </a:xfrm>
          </p:grpSpPr>
          <p:sp>
            <p:nvSpPr>
              <p:cNvPr id="27" name="Google Shape;663;p56">
                <a:extLst>
                  <a:ext uri="{FF2B5EF4-FFF2-40B4-BE49-F238E27FC236}">
                    <a16:creationId xmlns:a16="http://schemas.microsoft.com/office/drawing/2014/main" id="{6D951DDD-BEA1-3911-2596-8558172E62FC}"/>
                  </a:ext>
                </a:extLst>
              </p:cNvPr>
              <p:cNvSpPr/>
              <p:nvPr/>
            </p:nvSpPr>
            <p:spPr>
              <a:xfrm>
                <a:off x="5984729" y="3340475"/>
                <a:ext cx="162000" cy="153900"/>
              </a:xfrm>
              <a:prstGeom prst="star5">
                <a:avLst>
                  <a:gd name="adj" fmla="val 19098"/>
                  <a:gd name="hf" fmla="val 105146"/>
                  <a:gd name="vf" fmla="val 110557"/>
                </a:avLst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" name="Google Shape;664;p56">
                <a:extLst>
                  <a:ext uri="{FF2B5EF4-FFF2-40B4-BE49-F238E27FC236}">
                    <a16:creationId xmlns:a16="http://schemas.microsoft.com/office/drawing/2014/main" id="{2C9AF7EC-0003-7916-7D03-89BA439B0081}"/>
                  </a:ext>
                </a:extLst>
              </p:cNvPr>
              <p:cNvSpPr/>
              <p:nvPr/>
            </p:nvSpPr>
            <p:spPr>
              <a:xfrm>
                <a:off x="6213329" y="3340475"/>
                <a:ext cx="162000" cy="153900"/>
              </a:xfrm>
              <a:prstGeom prst="star5">
                <a:avLst>
                  <a:gd name="adj" fmla="val 19098"/>
                  <a:gd name="hf" fmla="val 105146"/>
                  <a:gd name="vf" fmla="val 110557"/>
                </a:avLst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" name="Google Shape;665;p56">
                <a:extLst>
                  <a:ext uri="{FF2B5EF4-FFF2-40B4-BE49-F238E27FC236}">
                    <a16:creationId xmlns:a16="http://schemas.microsoft.com/office/drawing/2014/main" id="{DD2713A4-C03D-D964-ABFA-BB6B12B19423}"/>
                  </a:ext>
                </a:extLst>
              </p:cNvPr>
              <p:cNvSpPr/>
              <p:nvPr/>
            </p:nvSpPr>
            <p:spPr>
              <a:xfrm>
                <a:off x="6422879" y="3340475"/>
                <a:ext cx="162000" cy="153900"/>
              </a:xfrm>
              <a:prstGeom prst="star5">
                <a:avLst>
                  <a:gd name="adj" fmla="val 19098"/>
                  <a:gd name="hf" fmla="val 105146"/>
                  <a:gd name="vf" fmla="val 110557"/>
                </a:avLst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5" name="Google Shape;666;p56">
              <a:extLst>
                <a:ext uri="{FF2B5EF4-FFF2-40B4-BE49-F238E27FC236}">
                  <a16:creationId xmlns:a16="http://schemas.microsoft.com/office/drawing/2014/main" id="{BBCAFCCF-1F20-EBD3-E60B-1304A37B6CBA}"/>
                </a:ext>
              </a:extLst>
            </p:cNvPr>
            <p:cNvSpPr/>
            <p:nvPr/>
          </p:nvSpPr>
          <p:spPr>
            <a:xfrm>
              <a:off x="5862975" y="3533775"/>
              <a:ext cx="914400" cy="685800"/>
            </a:xfrm>
            <a:prstGeom prst="rect">
              <a:avLst/>
            </a:prstGeom>
            <a:gradFill>
              <a:gsLst>
                <a:gs pos="0">
                  <a:schemeClr val="lt1"/>
                </a:gs>
                <a:gs pos="100000">
                  <a:schemeClr val="lt2"/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667;p56">
              <a:extLst>
                <a:ext uri="{FF2B5EF4-FFF2-40B4-BE49-F238E27FC236}">
                  <a16:creationId xmlns:a16="http://schemas.microsoft.com/office/drawing/2014/main" id="{94E6FE15-0E6D-AD34-D56C-83670B3734C1}"/>
                </a:ext>
              </a:extLst>
            </p:cNvPr>
            <p:cNvSpPr/>
            <p:nvPr/>
          </p:nvSpPr>
          <p:spPr>
            <a:xfrm>
              <a:off x="5695950" y="4219575"/>
              <a:ext cx="1247700" cy="858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1"/>
                </a:gs>
                <a:gs pos="100000">
                  <a:schemeClr val="lt2"/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36B4B4D3-66E3-5835-463F-441D6B0A422D}"/>
              </a:ext>
            </a:extLst>
          </p:cNvPr>
          <p:cNvSpPr txBox="1"/>
          <p:nvPr/>
        </p:nvSpPr>
        <p:spPr>
          <a:xfrm>
            <a:off x="-130622" y="1075370"/>
            <a:ext cx="1522536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  <a:buChar char="✰"/>
            </a:pPr>
            <a:r>
              <a:rPr lang="en-GB" sz="1600" dirty="0">
                <a:solidFill>
                  <a:schemeClr val="accent1"/>
                </a:solidFill>
                <a:latin typeface="Didact Gothic" pitchFamily="2" charset="0"/>
              </a:rPr>
              <a:t>Sports, Sci-Fi, and Animation deliver the strongest revenue performance.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3B5DBCC-F9EB-3555-C57C-0BBB5F54EE37}"/>
              </a:ext>
            </a:extLst>
          </p:cNvPr>
          <p:cNvSpPr txBox="1"/>
          <p:nvPr/>
        </p:nvSpPr>
        <p:spPr>
          <a:xfrm>
            <a:off x="7279797" y="2521554"/>
            <a:ext cx="1864203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  <a:buChar char="✰"/>
            </a:pPr>
            <a:r>
              <a:rPr lang="en-GB" sz="1600" dirty="0">
                <a:solidFill>
                  <a:schemeClr val="accent1"/>
                </a:solidFill>
                <a:latin typeface="Didact Gothic" pitchFamily="2" charset="0"/>
              </a:rPr>
              <a:t>Thrillers deliver low returns and is lower priority for initial streaming library.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17B34DB-EB41-CE7D-D7E5-279366700AD4}"/>
              </a:ext>
            </a:extLst>
          </p:cNvPr>
          <p:cNvSpPr txBox="1"/>
          <p:nvPr/>
        </p:nvSpPr>
        <p:spPr>
          <a:xfrm>
            <a:off x="7332868" y="798309"/>
            <a:ext cx="171235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  <a:buChar char="✰"/>
            </a:pPr>
            <a:r>
              <a:rPr lang="en-GB" sz="1600" dirty="0">
                <a:solidFill>
                  <a:schemeClr val="accent1"/>
                </a:solidFill>
                <a:latin typeface="Didact Gothic" pitchFamily="2" charset="0"/>
              </a:rPr>
              <a:t>Drama, Comedy, and Action form the profitable middle tier.</a:t>
            </a: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85F0F017-02DF-7894-B54D-061259A559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0256" y="816233"/>
            <a:ext cx="5767406" cy="3511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55709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Google Shape;617;p52"/>
          <p:cNvSpPr txBox="1">
            <a:spLocks noGrp="1"/>
          </p:cNvSpPr>
          <p:nvPr>
            <p:ph type="title"/>
          </p:nvPr>
        </p:nvSpPr>
        <p:spPr>
          <a:xfrm>
            <a:off x="1058779" y="67521"/>
            <a:ext cx="7026442" cy="701406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What Drives Demand?</a:t>
            </a:r>
            <a:endParaRPr dirty="0"/>
          </a:p>
        </p:txBody>
      </p:sp>
      <p:sp>
        <p:nvSpPr>
          <p:cNvPr id="618" name="Google Shape;618;p52"/>
          <p:cNvSpPr txBox="1">
            <a:spLocks noGrp="1"/>
          </p:cNvSpPr>
          <p:nvPr>
            <p:ph type="subTitle" idx="1"/>
          </p:nvPr>
        </p:nvSpPr>
        <p:spPr>
          <a:xfrm>
            <a:off x="2775000" y="594431"/>
            <a:ext cx="3594000" cy="53926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b="1" dirty="0"/>
              <a:t>Rental Volume by Genre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1EB273D-B671-707A-F380-AA73EF457B2E}"/>
              </a:ext>
            </a:extLst>
          </p:cNvPr>
          <p:cNvGrpSpPr/>
          <p:nvPr/>
        </p:nvGrpSpPr>
        <p:grpSpPr>
          <a:xfrm>
            <a:off x="5563400" y="4030520"/>
            <a:ext cx="3414350" cy="858632"/>
            <a:chOff x="5023205" y="6641431"/>
            <a:chExt cx="3594000" cy="773221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B3ACFEC0-91AA-23A9-56F5-2AF3ABBD76B0}"/>
                </a:ext>
              </a:extLst>
            </p:cNvPr>
            <p:cNvSpPr/>
            <p:nvPr/>
          </p:nvSpPr>
          <p:spPr>
            <a:xfrm>
              <a:off x="5023205" y="6641431"/>
              <a:ext cx="3594000" cy="773221"/>
            </a:xfrm>
            <a:prstGeom prst="round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47C9BC4C-88D4-A2E6-6DCC-35F7A24404A4}"/>
                </a:ext>
              </a:extLst>
            </p:cNvPr>
            <p:cNvSpPr txBox="1"/>
            <p:nvPr/>
          </p:nvSpPr>
          <p:spPr>
            <a:xfrm>
              <a:off x="5023205" y="6706766"/>
              <a:ext cx="3593999" cy="70788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SzPct val="80000"/>
              </a:pPr>
              <a:r>
                <a:rPr lang="en-US" sz="2000" dirty="0">
                  <a:solidFill>
                    <a:schemeClr val="accent1"/>
                  </a:solidFill>
                </a:rPr>
                <a:t>Maximize both viewership and monetization</a:t>
              </a: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CF599F04-C1F9-A248-DADC-789DB06141F3}"/>
              </a:ext>
            </a:extLst>
          </p:cNvPr>
          <p:cNvSpPr txBox="1"/>
          <p:nvPr/>
        </p:nvSpPr>
        <p:spPr>
          <a:xfrm>
            <a:off x="2306781" y="3816480"/>
            <a:ext cx="315523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  <a:buChar char="✰"/>
            </a:pPr>
            <a:r>
              <a:rPr lang="en-GB" sz="2000" dirty="0">
                <a:solidFill>
                  <a:schemeClr val="accent1"/>
                </a:solidFill>
                <a:latin typeface="Didact Gothic" pitchFamily="2" charset="0"/>
              </a:rPr>
              <a:t>Some genres attract interest but don’t convert into dollars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5610FB-6AD5-F53E-470C-81883472F357}"/>
              </a:ext>
            </a:extLst>
          </p:cNvPr>
          <p:cNvSpPr txBox="1"/>
          <p:nvPr/>
        </p:nvSpPr>
        <p:spPr>
          <a:xfrm>
            <a:off x="0" y="1934685"/>
            <a:ext cx="1793181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  <a:buChar char="✰"/>
            </a:pPr>
            <a:r>
              <a:rPr lang="en-GB" sz="2000" dirty="0">
                <a:solidFill>
                  <a:schemeClr val="accent1"/>
                </a:solidFill>
                <a:latin typeface="Didact Gothic" pitchFamily="2" charset="0"/>
              </a:rPr>
              <a:t>Sports and Animation: high rentals + high revenue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9756399-43A6-69D2-B9D0-F2FF8E94A8C8}"/>
              </a:ext>
            </a:extLst>
          </p:cNvPr>
          <p:cNvSpPr txBox="1"/>
          <p:nvPr/>
        </p:nvSpPr>
        <p:spPr>
          <a:xfrm>
            <a:off x="7165442" y="1119077"/>
            <a:ext cx="1793181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  <a:buChar char="✰"/>
            </a:pPr>
            <a:r>
              <a:rPr lang="en-GB" sz="2000" dirty="0">
                <a:solidFill>
                  <a:schemeClr val="accent1"/>
                </a:solidFill>
                <a:latin typeface="Didact Gothic" pitchFamily="2" charset="0"/>
              </a:rPr>
              <a:t>Align pricing + promotions where rentals peak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B9F4556-B41A-FF95-359D-183A1CC30F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3424" y="1119077"/>
            <a:ext cx="5397151" cy="267283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50"/>
          <p:cNvSpPr txBox="1">
            <a:spLocks noGrp="1"/>
          </p:cNvSpPr>
          <p:nvPr>
            <p:ph type="title"/>
          </p:nvPr>
        </p:nvSpPr>
        <p:spPr>
          <a:xfrm>
            <a:off x="713250" y="575332"/>
            <a:ext cx="7717500" cy="763200"/>
          </a:xfr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/>
              <a:t>Who’s the Audience?</a:t>
            </a:r>
          </a:p>
        </p:txBody>
      </p:sp>
      <p:pic>
        <p:nvPicPr>
          <p:cNvPr id="3" name="Google Shape;616;p52">
            <a:extLst>
              <a:ext uri="{FF2B5EF4-FFF2-40B4-BE49-F238E27FC236}">
                <a16:creationId xmlns:a16="http://schemas.microsoft.com/office/drawing/2014/main" id="{4C1EFF43-EC27-721B-2F83-27E799535BE7}"/>
              </a:ext>
            </a:extLst>
          </p:cNvPr>
          <p:cNvPicPr preferRelativeResize="0">
            <a:picLocks/>
          </p:cNvPicPr>
          <p:nvPr/>
        </p:nvPicPr>
        <p:blipFill rotWithShape="1">
          <a:blip r:embed="rId3"/>
          <a:srcRect r="2" b="4337"/>
          <a:stretch>
            <a:fillRect/>
          </a:stretch>
        </p:blipFill>
        <p:spPr>
          <a:xfrm flipH="1">
            <a:off x="713225" y="1302700"/>
            <a:ext cx="2200949" cy="326440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FB7A2F30-A078-AE40-0386-69FD1108A355}"/>
              </a:ext>
            </a:extLst>
          </p:cNvPr>
          <p:cNvGrpSpPr/>
          <p:nvPr/>
        </p:nvGrpSpPr>
        <p:grpSpPr>
          <a:xfrm>
            <a:off x="3809999" y="3316559"/>
            <a:ext cx="3577390" cy="1090950"/>
            <a:chOff x="3295174" y="3364806"/>
            <a:chExt cx="4379494" cy="772051"/>
          </a:xfrm>
        </p:grpSpPr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BC3EF257-A1A4-C67E-4DFE-5C0C37CA0F8D}"/>
                </a:ext>
              </a:extLst>
            </p:cNvPr>
            <p:cNvSpPr/>
            <p:nvPr/>
          </p:nvSpPr>
          <p:spPr>
            <a:xfrm>
              <a:off x="3295174" y="3398920"/>
              <a:ext cx="4379494" cy="737937"/>
            </a:xfrm>
            <a:prstGeom prst="round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Google Shape;407;p41">
              <a:extLst>
                <a:ext uri="{FF2B5EF4-FFF2-40B4-BE49-F238E27FC236}">
                  <a16:creationId xmlns:a16="http://schemas.microsoft.com/office/drawing/2014/main" id="{A1FFD2EF-29FA-2C77-9EEC-592758610DBF}"/>
                </a:ext>
              </a:extLst>
            </p:cNvPr>
            <p:cNvSpPr txBox="1">
              <a:spLocks/>
            </p:cNvSpPr>
            <p:nvPr/>
          </p:nvSpPr>
          <p:spPr>
            <a:xfrm>
              <a:off x="3295175" y="3364806"/>
              <a:ext cx="4379493" cy="73793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L="457200" marR="0" lvl="0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Didact Gothic"/>
                <a:buNone/>
                <a:defRPr sz="16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1pPr>
              <a:lvl2pPr marL="914400" marR="0" lvl="1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2pPr>
              <a:lvl3pPr marL="1371600" marR="0" lvl="2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3pPr>
              <a:lvl4pPr marL="1828800" marR="0" lvl="3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4pPr>
              <a:lvl5pPr marL="2286000" marR="0" lvl="4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5pPr>
              <a:lvl6pPr marL="2743200" marR="0" lvl="5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6pPr>
              <a:lvl7pPr marL="3200400" marR="0" lvl="6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7pPr>
              <a:lvl8pPr marL="3657600" marR="0" lvl="7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8pPr>
              <a:lvl9pPr marL="4114800" marR="0" lvl="8" indent="-31750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400"/>
                <a:buFont typeface="Didact Gothic"/>
                <a:buNone/>
                <a:defRPr sz="1400" b="0" i="0" u="none" strike="noStrike" cap="none">
                  <a:solidFill>
                    <a:schemeClr val="dk1"/>
                  </a:solidFill>
                  <a:latin typeface="Didact Gothic"/>
                  <a:ea typeface="Didact Gothic"/>
                  <a:cs typeface="Didact Gothic"/>
                  <a:sym typeface="Didact Gothic"/>
                </a:defRPr>
              </a:lvl9pPr>
            </a:lstStyle>
            <a:p>
              <a:pPr marL="0" indent="0"/>
              <a:r>
                <a:rPr lang="en-GB" sz="2000" dirty="0">
                  <a:solidFill>
                    <a:schemeClr val="accent1"/>
                  </a:solidFill>
                </a:rPr>
                <a:t>Plan launch catalogue for mature audience segments first </a:t>
              </a: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B1C891D6-FAF5-F337-E53C-69202A41CA53}"/>
              </a:ext>
            </a:extLst>
          </p:cNvPr>
          <p:cNvSpPr txBox="1"/>
          <p:nvPr/>
        </p:nvSpPr>
        <p:spPr>
          <a:xfrm>
            <a:off x="3384884" y="1281466"/>
            <a:ext cx="4427621" cy="1887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  <a:buChar char="✰"/>
            </a:pPr>
            <a:r>
              <a:rPr lang="en-GB" sz="2000" dirty="0">
                <a:solidFill>
                  <a:schemeClr val="accent1"/>
                </a:solidFill>
                <a:latin typeface="Didact Gothic" pitchFamily="2" charset="0"/>
              </a:rPr>
              <a:t>PG-13, NC-17, and PG lead revenue</a:t>
            </a:r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  <a:buChar char="✰"/>
            </a:pPr>
            <a:r>
              <a:rPr lang="en-GB" sz="2000" dirty="0">
                <a:solidFill>
                  <a:schemeClr val="accent1"/>
                </a:solidFill>
                <a:latin typeface="Didact Gothic" pitchFamily="2" charset="0"/>
              </a:rPr>
              <a:t>Teen &amp; adult focus</a:t>
            </a:r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  <a:buChar char="✰"/>
            </a:pPr>
            <a:r>
              <a:rPr lang="en-GB" sz="2000" dirty="0">
                <a:solidFill>
                  <a:schemeClr val="accent1"/>
                </a:solidFill>
                <a:latin typeface="Didact Gothic" pitchFamily="2" charset="0"/>
              </a:rPr>
              <a:t>G-rated titles underperform, therefore family content not core to current base.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Elbow Connector 13">
            <a:extLst>
              <a:ext uri="{FF2B5EF4-FFF2-40B4-BE49-F238E27FC236}">
                <a16:creationId xmlns:a16="http://schemas.microsoft.com/office/drawing/2014/main" id="{44D2F802-828F-09E7-46A2-9F3ED6F810E1}"/>
              </a:ext>
            </a:extLst>
          </p:cNvPr>
          <p:cNvCxnSpPr>
            <a:cxnSpLocks/>
          </p:cNvCxnSpPr>
          <p:nvPr/>
        </p:nvCxnSpPr>
        <p:spPr>
          <a:xfrm rot="10800000">
            <a:off x="1506326" y="1129878"/>
            <a:ext cx="2016102" cy="422719"/>
          </a:xfrm>
          <a:prstGeom prst="bentConnector3">
            <a:avLst>
              <a:gd name="adj1" fmla="val 82340"/>
            </a:avLst>
          </a:prstGeom>
          <a:ln w="3175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EC5D9599-B519-25E2-8542-4928C79BAD13}"/>
              </a:ext>
            </a:extLst>
          </p:cNvPr>
          <p:cNvCxnSpPr>
            <a:cxnSpLocks/>
          </p:cNvCxnSpPr>
          <p:nvPr/>
        </p:nvCxnSpPr>
        <p:spPr>
          <a:xfrm>
            <a:off x="6943896" y="1552598"/>
            <a:ext cx="864408" cy="823111"/>
          </a:xfrm>
          <a:prstGeom prst="bentConnector3">
            <a:avLst>
              <a:gd name="adj1" fmla="val 99544"/>
            </a:avLst>
          </a:prstGeom>
          <a:ln w="3175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BC1DCB8C-D4E3-FA81-9A09-D608045E7A6C}"/>
              </a:ext>
            </a:extLst>
          </p:cNvPr>
          <p:cNvCxnSpPr>
            <a:cxnSpLocks/>
          </p:cNvCxnSpPr>
          <p:nvPr/>
        </p:nvCxnSpPr>
        <p:spPr>
          <a:xfrm rot="10800000" flipV="1">
            <a:off x="1549333" y="3729816"/>
            <a:ext cx="1858841" cy="35425"/>
          </a:xfrm>
          <a:prstGeom prst="bentConnector3">
            <a:avLst>
              <a:gd name="adj1" fmla="val 50000"/>
            </a:avLst>
          </a:prstGeom>
          <a:ln w="3175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9" name="Google Shape;689;p58"/>
          <p:cNvSpPr txBox="1">
            <a:spLocks noGrp="1"/>
          </p:cNvSpPr>
          <p:nvPr>
            <p:ph type="title"/>
          </p:nvPr>
        </p:nvSpPr>
        <p:spPr>
          <a:xfrm>
            <a:off x="1810272" y="419419"/>
            <a:ext cx="5751145" cy="84467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/>
              <a:t>Hits Fuel the Business</a:t>
            </a:r>
            <a:endParaRPr sz="3600" dirty="0"/>
          </a:p>
        </p:txBody>
      </p:sp>
      <p:sp>
        <p:nvSpPr>
          <p:cNvPr id="690" name="Google Shape;690;p58"/>
          <p:cNvSpPr txBox="1">
            <a:spLocks noGrp="1"/>
          </p:cNvSpPr>
          <p:nvPr>
            <p:ph type="subTitle" idx="1"/>
          </p:nvPr>
        </p:nvSpPr>
        <p:spPr>
          <a:xfrm>
            <a:off x="227506" y="616400"/>
            <a:ext cx="1305426" cy="1671120"/>
          </a:xfrm>
          <a:prstGeom prst="rect">
            <a:avLst/>
          </a:prstGeom>
          <a:noFill/>
          <a:ln w="31750">
            <a:solidFill>
              <a:schemeClr val="tx2"/>
            </a:solidFill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</a:pPr>
            <a:r>
              <a:rPr lang="en-US" sz="2000" dirty="0"/>
              <a:t>Top 10 titles each generate $170-$215</a:t>
            </a:r>
            <a:endParaRPr sz="2000" dirty="0"/>
          </a:p>
        </p:txBody>
      </p:sp>
      <p:grpSp>
        <p:nvGrpSpPr>
          <p:cNvPr id="4" name="Google Shape;677;p57">
            <a:extLst>
              <a:ext uri="{FF2B5EF4-FFF2-40B4-BE49-F238E27FC236}">
                <a16:creationId xmlns:a16="http://schemas.microsoft.com/office/drawing/2014/main" id="{F195E64F-814D-0A37-2B97-4ADD78B7CDA7}"/>
              </a:ext>
            </a:extLst>
          </p:cNvPr>
          <p:cNvGrpSpPr/>
          <p:nvPr/>
        </p:nvGrpSpPr>
        <p:grpSpPr>
          <a:xfrm rot="10800000">
            <a:off x="1863908" y="1168361"/>
            <a:ext cx="5165677" cy="3203275"/>
            <a:chOff x="828675" y="1304925"/>
            <a:chExt cx="3629100" cy="2552700"/>
          </a:xfrm>
        </p:grpSpPr>
        <p:sp>
          <p:nvSpPr>
            <p:cNvPr id="5" name="Google Shape;678;p57">
              <a:extLst>
                <a:ext uri="{FF2B5EF4-FFF2-40B4-BE49-F238E27FC236}">
                  <a16:creationId xmlns:a16="http://schemas.microsoft.com/office/drawing/2014/main" id="{37C2E34C-373E-14B6-ABC0-42BE6F02AD29}"/>
                </a:ext>
              </a:extLst>
            </p:cNvPr>
            <p:cNvSpPr/>
            <p:nvPr/>
          </p:nvSpPr>
          <p:spPr>
            <a:xfrm>
              <a:off x="828675" y="1304925"/>
              <a:ext cx="3629100" cy="2552700"/>
            </a:xfrm>
            <a:prstGeom prst="roundRect">
              <a:avLst>
                <a:gd name="adj" fmla="val 7836"/>
              </a:avLst>
            </a:prstGeom>
            <a:gradFill>
              <a:gsLst>
                <a:gs pos="0">
                  <a:schemeClr val="lt1"/>
                </a:gs>
                <a:gs pos="100000">
                  <a:schemeClr val="lt2"/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cxnSp>
          <p:nvCxnSpPr>
            <p:cNvPr id="6" name="Google Shape;679;p57">
              <a:extLst>
                <a:ext uri="{FF2B5EF4-FFF2-40B4-BE49-F238E27FC236}">
                  <a16:creationId xmlns:a16="http://schemas.microsoft.com/office/drawing/2014/main" id="{936B1A7C-129B-7145-86E8-036FE05348C9}"/>
                </a:ext>
              </a:extLst>
            </p:cNvPr>
            <p:cNvCxnSpPr/>
            <p:nvPr/>
          </p:nvCxnSpPr>
          <p:spPr>
            <a:xfrm>
              <a:off x="4181475" y="1452525"/>
              <a:ext cx="0" cy="22575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1" name="Google Shape;690;p58">
            <a:extLst>
              <a:ext uri="{FF2B5EF4-FFF2-40B4-BE49-F238E27FC236}">
                <a16:creationId xmlns:a16="http://schemas.microsoft.com/office/drawing/2014/main" id="{5BCF9102-BD50-543C-7F6E-58AC755E450D}"/>
              </a:ext>
            </a:extLst>
          </p:cNvPr>
          <p:cNvSpPr txBox="1">
            <a:spLocks/>
          </p:cNvSpPr>
          <p:nvPr/>
        </p:nvSpPr>
        <p:spPr>
          <a:xfrm>
            <a:off x="283331" y="2997979"/>
            <a:ext cx="1251760" cy="1456031"/>
          </a:xfrm>
          <a:prstGeom prst="rect">
            <a:avLst/>
          </a:prstGeom>
          <a:noFill/>
          <a:ln w="31750">
            <a:solidFill>
              <a:schemeClr val="tx2"/>
            </a:solidFill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pPr marL="0" indent="0" algn="ctr"/>
            <a:r>
              <a:rPr lang="en-US" sz="2000" dirty="0"/>
              <a:t>Bottom 10 titles generate &lt;$8</a:t>
            </a:r>
          </a:p>
        </p:txBody>
      </p:sp>
      <p:sp>
        <p:nvSpPr>
          <p:cNvPr id="12" name="Google Shape;690;p58">
            <a:extLst>
              <a:ext uri="{FF2B5EF4-FFF2-40B4-BE49-F238E27FC236}">
                <a16:creationId xmlns:a16="http://schemas.microsoft.com/office/drawing/2014/main" id="{BDF06618-F9E4-D33A-9E14-7B7335E22CA8}"/>
              </a:ext>
            </a:extLst>
          </p:cNvPr>
          <p:cNvSpPr txBox="1">
            <a:spLocks/>
          </p:cNvSpPr>
          <p:nvPr/>
        </p:nvSpPr>
        <p:spPr>
          <a:xfrm>
            <a:off x="7194172" y="2375709"/>
            <a:ext cx="1251760" cy="2608552"/>
          </a:xfrm>
          <a:prstGeom prst="rect">
            <a:avLst/>
          </a:prstGeom>
          <a:noFill/>
          <a:ln w="31750">
            <a:solidFill>
              <a:schemeClr val="bg1"/>
            </a:solidFill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idact Gothic"/>
              <a:buNone/>
              <a:defRPr sz="1400" b="0" i="0" u="none" strike="noStrike" cap="none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defRPr>
            </a:lvl9pPr>
          </a:lstStyle>
          <a:p>
            <a:pPr marL="0" indent="0" algn="ctr"/>
            <a:r>
              <a:rPr lang="en-US" sz="2000" dirty="0"/>
              <a:t>Revenue is highly skewed.</a:t>
            </a:r>
          </a:p>
          <a:p>
            <a:pPr marL="0" indent="0" algn="ctr"/>
            <a:r>
              <a:rPr lang="en-US" sz="2000" dirty="0"/>
              <a:t>Small # of films make most of money.</a:t>
            </a:r>
          </a:p>
        </p:txBody>
      </p:sp>
      <p:graphicFrame>
        <p:nvGraphicFramePr>
          <p:cNvPr id="21" name="Object 20">
            <a:extLst>
              <a:ext uri="{FF2B5EF4-FFF2-40B4-BE49-F238E27FC236}">
                <a16:creationId xmlns:a16="http://schemas.microsoft.com/office/drawing/2014/main" id="{7E769327-D13F-120D-9EA6-D49870CFD30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05076771"/>
              </p:ext>
            </p:extLst>
          </p:nvPr>
        </p:nvGraphicFramePr>
        <p:xfrm>
          <a:off x="2949575" y="1241425"/>
          <a:ext cx="3797300" cy="2905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3" imgW="5664200" imgH="3873500" progId="Excel.Sheet.12">
                  <p:embed/>
                </p:oleObj>
              </mc:Choice>
              <mc:Fallback>
                <p:oleObj name="Worksheet" r:id="rId3" imgW="5664200" imgH="3873500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949575" y="1241425"/>
                        <a:ext cx="3797300" cy="29051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8" name="Picture 27">
            <a:extLst>
              <a:ext uri="{FF2B5EF4-FFF2-40B4-BE49-F238E27FC236}">
                <a16:creationId xmlns:a16="http://schemas.microsoft.com/office/drawing/2014/main" id="{B84479AF-9C85-BA6B-EBCE-EE55D786DE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74099" y="1415727"/>
            <a:ext cx="4642979" cy="2660301"/>
          </a:xfrm>
          <a:prstGeom prst="rect">
            <a:avLst/>
          </a:prstGeom>
        </p:spPr>
      </p:pic>
      <p:sp>
        <p:nvSpPr>
          <p:cNvPr id="29" name="Oval 28">
            <a:extLst>
              <a:ext uri="{FF2B5EF4-FFF2-40B4-BE49-F238E27FC236}">
                <a16:creationId xmlns:a16="http://schemas.microsoft.com/office/drawing/2014/main" id="{40E5A7C7-5792-F76B-3D48-E211BC4CB732}"/>
              </a:ext>
            </a:extLst>
          </p:cNvPr>
          <p:cNvSpPr/>
          <p:nvPr/>
        </p:nvSpPr>
        <p:spPr>
          <a:xfrm>
            <a:off x="1944878" y="2622413"/>
            <a:ext cx="246928" cy="246928"/>
          </a:xfrm>
          <a:prstGeom prst="ellipse">
            <a:avLst/>
          </a:prstGeom>
          <a:solidFill>
            <a:schemeClr val="tx2">
              <a:lumMod val="60000"/>
              <a:lumOff val="4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3">
          <a:extLst>
            <a:ext uri="{FF2B5EF4-FFF2-40B4-BE49-F238E27FC236}">
              <a16:creationId xmlns:a16="http://schemas.microsoft.com/office/drawing/2014/main" id="{BD00C5FC-9CA1-3719-B418-8D0B5189DB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Google Shape;705;p59">
            <a:extLst>
              <a:ext uri="{FF2B5EF4-FFF2-40B4-BE49-F238E27FC236}">
                <a16:creationId xmlns:a16="http://schemas.microsoft.com/office/drawing/2014/main" id="{E06EEDB9-B50A-4E75-5C56-F7B823F3F8C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Top Customer Lifetime Value</a:t>
            </a:r>
            <a:endParaRPr dirty="0"/>
          </a:p>
        </p:txBody>
      </p:sp>
      <p:sp>
        <p:nvSpPr>
          <p:cNvPr id="706" name="Google Shape;706;p59">
            <a:extLst>
              <a:ext uri="{FF2B5EF4-FFF2-40B4-BE49-F238E27FC236}">
                <a16:creationId xmlns:a16="http://schemas.microsoft.com/office/drawing/2014/main" id="{B06C7888-991A-63F2-0F76-A5CFD4F480C5}"/>
              </a:ext>
            </a:extLst>
          </p:cNvPr>
          <p:cNvSpPr txBox="1"/>
          <p:nvPr/>
        </p:nvSpPr>
        <p:spPr>
          <a:xfrm flipH="1">
            <a:off x="1332373" y="3642963"/>
            <a:ext cx="2461169" cy="13300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These customers are first movers for premium &amp; loyalty offerings.</a:t>
            </a:r>
            <a:endParaRPr sz="1800" dirty="0">
              <a:solidFill>
                <a:schemeClr val="dk1"/>
              </a:solidFill>
              <a:latin typeface="Didact Gothic"/>
              <a:ea typeface="Didact Gothic"/>
              <a:cs typeface="Didact Gothic"/>
              <a:sym typeface="Didact Gothic"/>
            </a:endParaRPr>
          </a:p>
        </p:txBody>
      </p:sp>
      <p:grpSp>
        <p:nvGrpSpPr>
          <p:cNvPr id="707" name="Google Shape;707;p59">
            <a:extLst>
              <a:ext uri="{FF2B5EF4-FFF2-40B4-BE49-F238E27FC236}">
                <a16:creationId xmlns:a16="http://schemas.microsoft.com/office/drawing/2014/main" id="{CCD1A047-F7E5-F658-ACC7-9F0C2C9669FB}"/>
              </a:ext>
            </a:extLst>
          </p:cNvPr>
          <p:cNvGrpSpPr/>
          <p:nvPr/>
        </p:nvGrpSpPr>
        <p:grpSpPr>
          <a:xfrm>
            <a:off x="4352042" y="1797531"/>
            <a:ext cx="4309502" cy="2295449"/>
            <a:chOff x="233350" y="949250"/>
            <a:chExt cx="7137300" cy="3802300"/>
          </a:xfrm>
        </p:grpSpPr>
        <p:sp>
          <p:nvSpPr>
            <p:cNvPr id="708" name="Google Shape;708;p59">
              <a:extLst>
                <a:ext uri="{FF2B5EF4-FFF2-40B4-BE49-F238E27FC236}">
                  <a16:creationId xmlns:a16="http://schemas.microsoft.com/office/drawing/2014/main" id="{2E13B140-6A47-6AB5-FBB7-A4661942E75B}"/>
                </a:ext>
              </a:extLst>
            </p:cNvPr>
            <p:cNvSpPr/>
            <p:nvPr/>
          </p:nvSpPr>
          <p:spPr>
            <a:xfrm>
              <a:off x="4428450" y="2808675"/>
              <a:ext cx="1478900" cy="330100"/>
            </a:xfrm>
            <a:custGeom>
              <a:avLst/>
              <a:gdLst/>
              <a:ahLst/>
              <a:cxnLst/>
              <a:rect l="l" t="t" r="r" b="b"/>
              <a:pathLst>
                <a:path w="59156" h="13204" extrusionOk="0">
                  <a:moveTo>
                    <a:pt x="1" y="0"/>
                  </a:moveTo>
                  <a:lnTo>
                    <a:pt x="1" y="0"/>
                  </a:lnTo>
                  <a:close/>
                  <a:moveTo>
                    <a:pt x="59155" y="13203"/>
                  </a:move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09" name="Google Shape;709;p59">
              <a:extLst>
                <a:ext uri="{FF2B5EF4-FFF2-40B4-BE49-F238E27FC236}">
                  <a16:creationId xmlns:a16="http://schemas.microsoft.com/office/drawing/2014/main" id="{C15501F1-675E-F39D-90A3-B888CE96C2EB}"/>
                </a:ext>
              </a:extLst>
            </p:cNvPr>
            <p:cNvSpPr/>
            <p:nvPr/>
          </p:nvSpPr>
          <p:spPr>
            <a:xfrm>
              <a:off x="2909400" y="1076125"/>
              <a:ext cx="4118650" cy="3109225"/>
            </a:xfrm>
            <a:custGeom>
              <a:avLst/>
              <a:gdLst/>
              <a:ahLst/>
              <a:cxnLst/>
              <a:rect l="l" t="t" r="r" b="b"/>
              <a:pathLst>
                <a:path w="164746" h="124369" extrusionOk="0">
                  <a:moveTo>
                    <a:pt x="49520" y="11070"/>
                  </a:moveTo>
                  <a:cubicBezTo>
                    <a:pt x="49737" y="11070"/>
                    <a:pt x="49861" y="11136"/>
                    <a:pt x="49875" y="11358"/>
                  </a:cubicBezTo>
                  <a:cubicBezTo>
                    <a:pt x="49875" y="11575"/>
                    <a:pt x="49818" y="11698"/>
                    <a:pt x="49684" y="11698"/>
                  </a:cubicBezTo>
                  <a:cubicBezTo>
                    <a:pt x="49636" y="11698"/>
                    <a:pt x="49580" y="11683"/>
                    <a:pt x="49512" y="11651"/>
                  </a:cubicBezTo>
                  <a:cubicBezTo>
                    <a:pt x="49305" y="11565"/>
                    <a:pt x="49115" y="11444"/>
                    <a:pt x="48925" y="11323"/>
                  </a:cubicBezTo>
                  <a:lnTo>
                    <a:pt x="49339" y="11081"/>
                  </a:lnTo>
                  <a:cubicBezTo>
                    <a:pt x="49405" y="11074"/>
                    <a:pt x="49465" y="11070"/>
                    <a:pt x="49520" y="11070"/>
                  </a:cubicBezTo>
                  <a:close/>
                  <a:moveTo>
                    <a:pt x="46983" y="11081"/>
                  </a:moveTo>
                  <a:cubicBezTo>
                    <a:pt x="47014" y="11081"/>
                    <a:pt x="47051" y="11087"/>
                    <a:pt x="47093" y="11098"/>
                  </a:cubicBezTo>
                  <a:cubicBezTo>
                    <a:pt x="47369" y="11185"/>
                    <a:pt x="47870" y="11168"/>
                    <a:pt x="47767" y="11686"/>
                  </a:cubicBezTo>
                  <a:cubicBezTo>
                    <a:pt x="47732" y="11893"/>
                    <a:pt x="47888" y="12274"/>
                    <a:pt x="47490" y="12343"/>
                  </a:cubicBezTo>
                  <a:cubicBezTo>
                    <a:pt x="47110" y="12222"/>
                    <a:pt x="46834" y="11893"/>
                    <a:pt x="46799" y="11496"/>
                  </a:cubicBezTo>
                  <a:cubicBezTo>
                    <a:pt x="46784" y="11302"/>
                    <a:pt x="46782" y="11081"/>
                    <a:pt x="46983" y="11081"/>
                  </a:cubicBezTo>
                  <a:close/>
                  <a:moveTo>
                    <a:pt x="38158" y="11530"/>
                  </a:moveTo>
                  <a:cubicBezTo>
                    <a:pt x="38279" y="11530"/>
                    <a:pt x="38417" y="11703"/>
                    <a:pt x="38642" y="11876"/>
                  </a:cubicBezTo>
                  <a:cubicBezTo>
                    <a:pt x="38366" y="12118"/>
                    <a:pt x="38089" y="12360"/>
                    <a:pt x="37778" y="12585"/>
                  </a:cubicBezTo>
                  <a:cubicBezTo>
                    <a:pt x="35549" y="13967"/>
                    <a:pt x="35514" y="15903"/>
                    <a:pt x="37692" y="17268"/>
                  </a:cubicBezTo>
                  <a:cubicBezTo>
                    <a:pt x="38003" y="17458"/>
                    <a:pt x="38227" y="17631"/>
                    <a:pt x="38158" y="18080"/>
                  </a:cubicBezTo>
                  <a:cubicBezTo>
                    <a:pt x="38106" y="18529"/>
                    <a:pt x="37951" y="18599"/>
                    <a:pt x="37553" y="18737"/>
                  </a:cubicBezTo>
                  <a:cubicBezTo>
                    <a:pt x="36568" y="19117"/>
                    <a:pt x="36309" y="19981"/>
                    <a:pt x="36378" y="20949"/>
                  </a:cubicBezTo>
                  <a:cubicBezTo>
                    <a:pt x="36427" y="21679"/>
                    <a:pt x="36279" y="22143"/>
                    <a:pt x="35819" y="22143"/>
                  </a:cubicBezTo>
                  <a:cubicBezTo>
                    <a:pt x="35625" y="22143"/>
                    <a:pt x="35377" y="22061"/>
                    <a:pt x="35065" y="21882"/>
                  </a:cubicBezTo>
                  <a:cubicBezTo>
                    <a:pt x="34913" y="21798"/>
                    <a:pt x="34745" y="21754"/>
                    <a:pt x="34578" y="21754"/>
                  </a:cubicBezTo>
                  <a:cubicBezTo>
                    <a:pt x="34403" y="21754"/>
                    <a:pt x="34230" y="21802"/>
                    <a:pt x="34080" y="21899"/>
                  </a:cubicBezTo>
                  <a:cubicBezTo>
                    <a:pt x="33134" y="22372"/>
                    <a:pt x="32094" y="22613"/>
                    <a:pt x="31041" y="22613"/>
                  </a:cubicBezTo>
                  <a:cubicBezTo>
                    <a:pt x="30747" y="22613"/>
                    <a:pt x="30451" y="22594"/>
                    <a:pt x="30157" y="22556"/>
                  </a:cubicBezTo>
                  <a:cubicBezTo>
                    <a:pt x="29915" y="22521"/>
                    <a:pt x="29759" y="22608"/>
                    <a:pt x="29829" y="22262"/>
                  </a:cubicBezTo>
                  <a:lnTo>
                    <a:pt x="29829" y="22262"/>
                  </a:lnTo>
                  <a:lnTo>
                    <a:pt x="29829" y="22279"/>
                  </a:lnTo>
                  <a:cubicBezTo>
                    <a:pt x="29898" y="21986"/>
                    <a:pt x="29984" y="21882"/>
                    <a:pt x="30364" y="21830"/>
                  </a:cubicBezTo>
                  <a:cubicBezTo>
                    <a:pt x="31505" y="21675"/>
                    <a:pt x="32836" y="21467"/>
                    <a:pt x="33354" y="20361"/>
                  </a:cubicBezTo>
                  <a:cubicBezTo>
                    <a:pt x="33821" y="19342"/>
                    <a:pt x="33872" y="18184"/>
                    <a:pt x="34927" y="17458"/>
                  </a:cubicBezTo>
                  <a:cubicBezTo>
                    <a:pt x="35238" y="17216"/>
                    <a:pt x="34978" y="16836"/>
                    <a:pt x="34667" y="16594"/>
                  </a:cubicBezTo>
                  <a:cubicBezTo>
                    <a:pt x="33216" y="15436"/>
                    <a:pt x="33907" y="14572"/>
                    <a:pt x="35099" y="13846"/>
                  </a:cubicBezTo>
                  <a:cubicBezTo>
                    <a:pt x="35860" y="13380"/>
                    <a:pt x="36724" y="13086"/>
                    <a:pt x="37018" y="12066"/>
                  </a:cubicBezTo>
                  <a:cubicBezTo>
                    <a:pt x="37156" y="11582"/>
                    <a:pt x="37709" y="11548"/>
                    <a:pt x="38158" y="11530"/>
                  </a:cubicBezTo>
                  <a:close/>
                  <a:moveTo>
                    <a:pt x="46802" y="32066"/>
                  </a:moveTo>
                  <a:cubicBezTo>
                    <a:pt x="47245" y="32066"/>
                    <a:pt x="47720" y="32469"/>
                    <a:pt x="47888" y="33080"/>
                  </a:cubicBezTo>
                  <a:cubicBezTo>
                    <a:pt x="48059" y="33754"/>
                    <a:pt x="48393" y="34225"/>
                    <a:pt x="48918" y="34225"/>
                  </a:cubicBezTo>
                  <a:cubicBezTo>
                    <a:pt x="49080" y="34225"/>
                    <a:pt x="49261" y="34181"/>
                    <a:pt x="49460" y="34083"/>
                  </a:cubicBezTo>
                  <a:cubicBezTo>
                    <a:pt x="50103" y="33764"/>
                    <a:pt x="50701" y="33627"/>
                    <a:pt x="51269" y="33627"/>
                  </a:cubicBezTo>
                  <a:cubicBezTo>
                    <a:pt x="52489" y="33627"/>
                    <a:pt x="53566" y="34260"/>
                    <a:pt x="54628" y="35085"/>
                  </a:cubicBezTo>
                  <a:cubicBezTo>
                    <a:pt x="54818" y="35223"/>
                    <a:pt x="55008" y="35396"/>
                    <a:pt x="55163" y="35586"/>
                  </a:cubicBezTo>
                  <a:cubicBezTo>
                    <a:pt x="55543" y="36053"/>
                    <a:pt x="56684" y="36070"/>
                    <a:pt x="56321" y="36917"/>
                  </a:cubicBezTo>
                  <a:lnTo>
                    <a:pt x="56321" y="36934"/>
                  </a:lnTo>
                  <a:cubicBezTo>
                    <a:pt x="56149" y="37350"/>
                    <a:pt x="55751" y="37415"/>
                    <a:pt x="55318" y="37415"/>
                  </a:cubicBezTo>
                  <a:cubicBezTo>
                    <a:pt x="55122" y="37415"/>
                    <a:pt x="54919" y="37401"/>
                    <a:pt x="54727" y="37401"/>
                  </a:cubicBezTo>
                  <a:cubicBezTo>
                    <a:pt x="54620" y="37401"/>
                    <a:pt x="54517" y="37405"/>
                    <a:pt x="54420" y="37418"/>
                  </a:cubicBezTo>
                  <a:cubicBezTo>
                    <a:pt x="54278" y="37432"/>
                    <a:pt x="54136" y="37440"/>
                    <a:pt x="53995" y="37440"/>
                  </a:cubicBezTo>
                  <a:cubicBezTo>
                    <a:pt x="53292" y="37440"/>
                    <a:pt x="52602" y="37262"/>
                    <a:pt x="51983" y="36917"/>
                  </a:cubicBezTo>
                  <a:cubicBezTo>
                    <a:pt x="51332" y="36539"/>
                    <a:pt x="50680" y="36418"/>
                    <a:pt x="50028" y="36418"/>
                  </a:cubicBezTo>
                  <a:cubicBezTo>
                    <a:pt x="48867" y="36418"/>
                    <a:pt x="47706" y="36802"/>
                    <a:pt x="46545" y="36802"/>
                  </a:cubicBezTo>
                  <a:cubicBezTo>
                    <a:pt x="46302" y="36802"/>
                    <a:pt x="46058" y="36785"/>
                    <a:pt x="45814" y="36744"/>
                  </a:cubicBezTo>
                  <a:cubicBezTo>
                    <a:pt x="44881" y="36588"/>
                    <a:pt x="44552" y="36105"/>
                    <a:pt x="44673" y="35241"/>
                  </a:cubicBezTo>
                  <a:cubicBezTo>
                    <a:pt x="44846" y="34083"/>
                    <a:pt x="45537" y="33115"/>
                    <a:pt x="46263" y="32320"/>
                  </a:cubicBezTo>
                  <a:cubicBezTo>
                    <a:pt x="46417" y="32145"/>
                    <a:pt x="46607" y="32066"/>
                    <a:pt x="46802" y="32066"/>
                  </a:cubicBezTo>
                  <a:close/>
                  <a:moveTo>
                    <a:pt x="64554" y="31370"/>
                  </a:moveTo>
                  <a:cubicBezTo>
                    <a:pt x="64860" y="31370"/>
                    <a:pt x="65185" y="31437"/>
                    <a:pt x="65532" y="31594"/>
                  </a:cubicBezTo>
                  <a:cubicBezTo>
                    <a:pt x="65878" y="31767"/>
                    <a:pt x="65930" y="32251"/>
                    <a:pt x="65636" y="32493"/>
                  </a:cubicBezTo>
                  <a:cubicBezTo>
                    <a:pt x="64063" y="34065"/>
                    <a:pt x="64184" y="35085"/>
                    <a:pt x="65895" y="36588"/>
                  </a:cubicBezTo>
                  <a:cubicBezTo>
                    <a:pt x="67243" y="37815"/>
                    <a:pt x="67762" y="39544"/>
                    <a:pt x="68211" y="41237"/>
                  </a:cubicBezTo>
                  <a:cubicBezTo>
                    <a:pt x="68364" y="41802"/>
                    <a:pt x="68057" y="41990"/>
                    <a:pt x="67435" y="41990"/>
                  </a:cubicBezTo>
                  <a:cubicBezTo>
                    <a:pt x="67353" y="41990"/>
                    <a:pt x="67266" y="41986"/>
                    <a:pt x="67174" y="41980"/>
                  </a:cubicBezTo>
                  <a:cubicBezTo>
                    <a:pt x="66517" y="41064"/>
                    <a:pt x="64271" y="41825"/>
                    <a:pt x="64547" y="39146"/>
                  </a:cubicBezTo>
                  <a:lnTo>
                    <a:pt x="64547" y="39146"/>
                  </a:lnTo>
                  <a:lnTo>
                    <a:pt x="64547" y="39181"/>
                  </a:lnTo>
                  <a:cubicBezTo>
                    <a:pt x="64685" y="37885"/>
                    <a:pt x="63113" y="36295"/>
                    <a:pt x="62076" y="35050"/>
                  </a:cubicBezTo>
                  <a:cubicBezTo>
                    <a:pt x="61281" y="34100"/>
                    <a:pt x="61385" y="33288"/>
                    <a:pt x="62076" y="32683"/>
                  </a:cubicBezTo>
                  <a:cubicBezTo>
                    <a:pt x="62786" y="32052"/>
                    <a:pt x="63577" y="31370"/>
                    <a:pt x="64554" y="31370"/>
                  </a:cubicBezTo>
                  <a:close/>
                  <a:moveTo>
                    <a:pt x="30705" y="33465"/>
                  </a:moveTo>
                  <a:cubicBezTo>
                    <a:pt x="30874" y="33465"/>
                    <a:pt x="31043" y="33637"/>
                    <a:pt x="31090" y="33720"/>
                  </a:cubicBezTo>
                  <a:cubicBezTo>
                    <a:pt x="31920" y="35120"/>
                    <a:pt x="33579" y="35258"/>
                    <a:pt x="34719" y="36226"/>
                  </a:cubicBezTo>
                  <a:cubicBezTo>
                    <a:pt x="36205" y="37487"/>
                    <a:pt x="36275" y="39354"/>
                    <a:pt x="37191" y="40822"/>
                  </a:cubicBezTo>
                  <a:cubicBezTo>
                    <a:pt x="37484" y="41289"/>
                    <a:pt x="37571" y="41980"/>
                    <a:pt x="37968" y="42274"/>
                  </a:cubicBezTo>
                  <a:cubicBezTo>
                    <a:pt x="38403" y="42594"/>
                    <a:pt x="39075" y="43217"/>
                    <a:pt x="39556" y="43217"/>
                  </a:cubicBezTo>
                  <a:cubicBezTo>
                    <a:pt x="39725" y="43217"/>
                    <a:pt x="39870" y="43141"/>
                    <a:pt x="39973" y="42948"/>
                  </a:cubicBezTo>
                  <a:cubicBezTo>
                    <a:pt x="40336" y="42274"/>
                    <a:pt x="41234" y="41289"/>
                    <a:pt x="40543" y="40183"/>
                  </a:cubicBezTo>
                  <a:cubicBezTo>
                    <a:pt x="40301" y="39803"/>
                    <a:pt x="39610" y="39215"/>
                    <a:pt x="40284" y="38904"/>
                  </a:cubicBezTo>
                  <a:cubicBezTo>
                    <a:pt x="40592" y="38765"/>
                    <a:pt x="41024" y="38302"/>
                    <a:pt x="41439" y="38302"/>
                  </a:cubicBezTo>
                  <a:cubicBezTo>
                    <a:pt x="41746" y="38302"/>
                    <a:pt x="42043" y="38557"/>
                    <a:pt x="42271" y="39388"/>
                  </a:cubicBezTo>
                  <a:cubicBezTo>
                    <a:pt x="42782" y="41200"/>
                    <a:pt x="43748" y="43327"/>
                    <a:pt x="46038" y="43327"/>
                  </a:cubicBezTo>
                  <a:cubicBezTo>
                    <a:pt x="46150" y="43327"/>
                    <a:pt x="46266" y="43321"/>
                    <a:pt x="46384" y="43311"/>
                  </a:cubicBezTo>
                  <a:cubicBezTo>
                    <a:pt x="46463" y="43304"/>
                    <a:pt x="46542" y="43300"/>
                    <a:pt x="46620" y="43300"/>
                  </a:cubicBezTo>
                  <a:cubicBezTo>
                    <a:pt x="47585" y="43300"/>
                    <a:pt x="48526" y="43802"/>
                    <a:pt x="49487" y="43802"/>
                  </a:cubicBezTo>
                  <a:cubicBezTo>
                    <a:pt x="49955" y="43802"/>
                    <a:pt x="50429" y="43683"/>
                    <a:pt x="50912" y="43328"/>
                  </a:cubicBezTo>
                  <a:cubicBezTo>
                    <a:pt x="51106" y="43191"/>
                    <a:pt x="51242" y="43135"/>
                    <a:pt x="51336" y="43135"/>
                  </a:cubicBezTo>
                  <a:cubicBezTo>
                    <a:pt x="51643" y="43135"/>
                    <a:pt x="51508" y="43736"/>
                    <a:pt x="51534" y="44054"/>
                  </a:cubicBezTo>
                  <a:cubicBezTo>
                    <a:pt x="51845" y="45488"/>
                    <a:pt x="50843" y="46629"/>
                    <a:pt x="50618" y="47942"/>
                  </a:cubicBezTo>
                  <a:cubicBezTo>
                    <a:pt x="50585" y="48144"/>
                    <a:pt x="50240" y="48444"/>
                    <a:pt x="50046" y="48444"/>
                  </a:cubicBezTo>
                  <a:cubicBezTo>
                    <a:pt x="50041" y="48444"/>
                    <a:pt x="50036" y="48444"/>
                    <a:pt x="50031" y="48444"/>
                  </a:cubicBezTo>
                  <a:cubicBezTo>
                    <a:pt x="49523" y="48389"/>
                    <a:pt x="49010" y="48372"/>
                    <a:pt x="48494" y="48372"/>
                  </a:cubicBezTo>
                  <a:cubicBezTo>
                    <a:pt x="47534" y="48372"/>
                    <a:pt x="46564" y="48433"/>
                    <a:pt x="45600" y="48433"/>
                  </a:cubicBezTo>
                  <a:cubicBezTo>
                    <a:pt x="43779" y="48433"/>
                    <a:pt x="41984" y="48215"/>
                    <a:pt x="40336" y="46957"/>
                  </a:cubicBezTo>
                  <a:cubicBezTo>
                    <a:pt x="40033" y="46726"/>
                    <a:pt x="39675" y="46623"/>
                    <a:pt x="39308" y="46623"/>
                  </a:cubicBezTo>
                  <a:cubicBezTo>
                    <a:pt x="38250" y="46623"/>
                    <a:pt x="37116" y="47478"/>
                    <a:pt x="37000" y="48582"/>
                  </a:cubicBezTo>
                  <a:cubicBezTo>
                    <a:pt x="36972" y="48947"/>
                    <a:pt x="36796" y="49426"/>
                    <a:pt x="36527" y="49426"/>
                  </a:cubicBezTo>
                  <a:cubicBezTo>
                    <a:pt x="36465" y="49426"/>
                    <a:pt x="36398" y="49400"/>
                    <a:pt x="36326" y="49342"/>
                  </a:cubicBezTo>
                  <a:cubicBezTo>
                    <a:pt x="35376" y="48582"/>
                    <a:pt x="34045" y="48772"/>
                    <a:pt x="33147" y="47752"/>
                  </a:cubicBezTo>
                  <a:cubicBezTo>
                    <a:pt x="32334" y="46819"/>
                    <a:pt x="30900" y="46785"/>
                    <a:pt x="29673" y="46525"/>
                  </a:cubicBezTo>
                  <a:cubicBezTo>
                    <a:pt x="28913" y="46370"/>
                    <a:pt x="27807" y="46422"/>
                    <a:pt x="28567" y="44953"/>
                  </a:cubicBezTo>
                  <a:cubicBezTo>
                    <a:pt x="28982" y="44158"/>
                    <a:pt x="29034" y="43000"/>
                    <a:pt x="28515" y="42257"/>
                  </a:cubicBezTo>
                  <a:cubicBezTo>
                    <a:pt x="28230" y="41853"/>
                    <a:pt x="27848" y="41722"/>
                    <a:pt x="27412" y="41722"/>
                  </a:cubicBezTo>
                  <a:cubicBezTo>
                    <a:pt x="27028" y="41722"/>
                    <a:pt x="26602" y="41823"/>
                    <a:pt x="26165" y="41928"/>
                  </a:cubicBezTo>
                  <a:cubicBezTo>
                    <a:pt x="25497" y="42091"/>
                    <a:pt x="24818" y="42128"/>
                    <a:pt x="24133" y="42128"/>
                  </a:cubicBezTo>
                  <a:cubicBezTo>
                    <a:pt x="23569" y="42128"/>
                    <a:pt x="23001" y="42103"/>
                    <a:pt x="22432" y="42103"/>
                  </a:cubicBezTo>
                  <a:cubicBezTo>
                    <a:pt x="21707" y="42103"/>
                    <a:pt x="20980" y="42143"/>
                    <a:pt x="20255" y="42326"/>
                  </a:cubicBezTo>
                  <a:cubicBezTo>
                    <a:pt x="19287" y="42585"/>
                    <a:pt x="18319" y="42862"/>
                    <a:pt x="17559" y="43380"/>
                  </a:cubicBezTo>
                  <a:cubicBezTo>
                    <a:pt x="17082" y="43705"/>
                    <a:pt x="16613" y="43798"/>
                    <a:pt x="16149" y="43798"/>
                  </a:cubicBezTo>
                  <a:cubicBezTo>
                    <a:pt x="15538" y="43798"/>
                    <a:pt x="14935" y="43638"/>
                    <a:pt x="14326" y="43638"/>
                  </a:cubicBezTo>
                  <a:cubicBezTo>
                    <a:pt x="14292" y="43638"/>
                    <a:pt x="14258" y="43638"/>
                    <a:pt x="14223" y="43639"/>
                  </a:cubicBezTo>
                  <a:cubicBezTo>
                    <a:pt x="14120" y="43622"/>
                    <a:pt x="14016" y="43570"/>
                    <a:pt x="13930" y="43466"/>
                  </a:cubicBezTo>
                  <a:cubicBezTo>
                    <a:pt x="14043" y="43169"/>
                    <a:pt x="14308" y="43115"/>
                    <a:pt x="14562" y="43115"/>
                  </a:cubicBezTo>
                  <a:cubicBezTo>
                    <a:pt x="14617" y="43115"/>
                    <a:pt x="14672" y="43118"/>
                    <a:pt x="14725" y="43121"/>
                  </a:cubicBezTo>
                  <a:cubicBezTo>
                    <a:pt x="14838" y="43129"/>
                    <a:pt x="14949" y="43134"/>
                    <a:pt x="15058" y="43134"/>
                  </a:cubicBezTo>
                  <a:cubicBezTo>
                    <a:pt x="16723" y="43134"/>
                    <a:pt x="17967" y="42165"/>
                    <a:pt x="18388" y="40771"/>
                  </a:cubicBezTo>
                  <a:cubicBezTo>
                    <a:pt x="18976" y="38921"/>
                    <a:pt x="20808" y="38282"/>
                    <a:pt x="21482" y="37090"/>
                  </a:cubicBezTo>
                  <a:cubicBezTo>
                    <a:pt x="22174" y="35865"/>
                    <a:pt x="22770" y="35535"/>
                    <a:pt x="23579" y="35535"/>
                  </a:cubicBezTo>
                  <a:cubicBezTo>
                    <a:pt x="23899" y="35535"/>
                    <a:pt x="24254" y="35587"/>
                    <a:pt x="24661" y="35655"/>
                  </a:cubicBezTo>
                  <a:cubicBezTo>
                    <a:pt x="24682" y="35658"/>
                    <a:pt x="24703" y="35660"/>
                    <a:pt x="24725" y="35660"/>
                  </a:cubicBezTo>
                  <a:cubicBezTo>
                    <a:pt x="25065" y="35660"/>
                    <a:pt x="25513" y="35293"/>
                    <a:pt x="25854" y="35033"/>
                  </a:cubicBezTo>
                  <a:cubicBezTo>
                    <a:pt x="26267" y="34730"/>
                    <a:pt x="26584" y="34570"/>
                    <a:pt x="26849" y="34570"/>
                  </a:cubicBezTo>
                  <a:cubicBezTo>
                    <a:pt x="27249" y="34570"/>
                    <a:pt x="27529" y="34935"/>
                    <a:pt x="27841" y="35724"/>
                  </a:cubicBezTo>
                  <a:cubicBezTo>
                    <a:pt x="28325" y="36969"/>
                    <a:pt x="29742" y="37574"/>
                    <a:pt x="30952" y="38161"/>
                  </a:cubicBezTo>
                  <a:cubicBezTo>
                    <a:pt x="31712" y="38524"/>
                    <a:pt x="32732" y="38852"/>
                    <a:pt x="32680" y="39716"/>
                  </a:cubicBezTo>
                  <a:cubicBezTo>
                    <a:pt x="32594" y="40753"/>
                    <a:pt x="31488" y="40546"/>
                    <a:pt x="30710" y="40615"/>
                  </a:cubicBezTo>
                  <a:cubicBezTo>
                    <a:pt x="30312" y="40650"/>
                    <a:pt x="29794" y="40598"/>
                    <a:pt x="29673" y="41134"/>
                  </a:cubicBezTo>
                  <a:cubicBezTo>
                    <a:pt x="29552" y="41669"/>
                    <a:pt x="30036" y="41825"/>
                    <a:pt x="30382" y="42032"/>
                  </a:cubicBezTo>
                  <a:cubicBezTo>
                    <a:pt x="30898" y="42336"/>
                    <a:pt x="31474" y="42934"/>
                    <a:pt x="32011" y="42934"/>
                  </a:cubicBezTo>
                  <a:cubicBezTo>
                    <a:pt x="32175" y="42934"/>
                    <a:pt x="32336" y="42878"/>
                    <a:pt x="32490" y="42741"/>
                  </a:cubicBezTo>
                  <a:cubicBezTo>
                    <a:pt x="33354" y="41963"/>
                    <a:pt x="33890" y="40788"/>
                    <a:pt x="34512" y="39751"/>
                  </a:cubicBezTo>
                  <a:cubicBezTo>
                    <a:pt x="34586" y="39617"/>
                    <a:pt x="34289" y="39329"/>
                    <a:pt x="34602" y="39329"/>
                  </a:cubicBezTo>
                  <a:cubicBezTo>
                    <a:pt x="34653" y="39329"/>
                    <a:pt x="34719" y="39337"/>
                    <a:pt x="34806" y="39354"/>
                  </a:cubicBezTo>
                  <a:cubicBezTo>
                    <a:pt x="34890" y="39373"/>
                    <a:pt x="34965" y="39381"/>
                    <a:pt x="35031" y="39381"/>
                  </a:cubicBezTo>
                  <a:cubicBezTo>
                    <a:pt x="35567" y="39381"/>
                    <a:pt x="35557" y="38814"/>
                    <a:pt x="35341" y="38507"/>
                  </a:cubicBezTo>
                  <a:cubicBezTo>
                    <a:pt x="34806" y="37781"/>
                    <a:pt x="34546" y="36658"/>
                    <a:pt x="33561" y="36468"/>
                  </a:cubicBezTo>
                  <a:cubicBezTo>
                    <a:pt x="32248" y="36208"/>
                    <a:pt x="31591" y="35206"/>
                    <a:pt x="30727" y="34411"/>
                  </a:cubicBezTo>
                  <a:cubicBezTo>
                    <a:pt x="30468" y="34169"/>
                    <a:pt x="30278" y="33910"/>
                    <a:pt x="30485" y="33599"/>
                  </a:cubicBezTo>
                  <a:cubicBezTo>
                    <a:pt x="30551" y="33501"/>
                    <a:pt x="30628" y="33465"/>
                    <a:pt x="30705" y="33465"/>
                  </a:cubicBezTo>
                  <a:close/>
                  <a:moveTo>
                    <a:pt x="65829" y="50622"/>
                  </a:moveTo>
                  <a:cubicBezTo>
                    <a:pt x="66138" y="50622"/>
                    <a:pt x="66376" y="50877"/>
                    <a:pt x="66569" y="51209"/>
                  </a:cubicBezTo>
                  <a:cubicBezTo>
                    <a:pt x="67601" y="52923"/>
                    <a:pt x="68767" y="54401"/>
                    <a:pt x="70703" y="54401"/>
                  </a:cubicBezTo>
                  <a:cubicBezTo>
                    <a:pt x="71167" y="54401"/>
                    <a:pt x="71676" y="54316"/>
                    <a:pt x="72237" y="54129"/>
                  </a:cubicBezTo>
                  <a:cubicBezTo>
                    <a:pt x="72263" y="54119"/>
                    <a:pt x="72291" y="54114"/>
                    <a:pt x="72320" y="54114"/>
                  </a:cubicBezTo>
                  <a:cubicBezTo>
                    <a:pt x="72487" y="54114"/>
                    <a:pt x="72701" y="54260"/>
                    <a:pt x="72877" y="54319"/>
                  </a:cubicBezTo>
                  <a:cubicBezTo>
                    <a:pt x="72687" y="54406"/>
                    <a:pt x="72514" y="54527"/>
                    <a:pt x="72358" y="54665"/>
                  </a:cubicBezTo>
                  <a:lnTo>
                    <a:pt x="72358" y="54682"/>
                  </a:lnTo>
                  <a:cubicBezTo>
                    <a:pt x="71675" y="55659"/>
                    <a:pt x="71022" y="56681"/>
                    <a:pt x="69648" y="56681"/>
                  </a:cubicBezTo>
                  <a:cubicBezTo>
                    <a:pt x="69564" y="56681"/>
                    <a:pt x="69476" y="56678"/>
                    <a:pt x="69386" y="56669"/>
                  </a:cubicBezTo>
                  <a:cubicBezTo>
                    <a:pt x="69196" y="56600"/>
                    <a:pt x="68850" y="56549"/>
                    <a:pt x="68850" y="56445"/>
                  </a:cubicBezTo>
                  <a:cubicBezTo>
                    <a:pt x="68660" y="54216"/>
                    <a:pt x="66258" y="53559"/>
                    <a:pt x="65532" y="51727"/>
                  </a:cubicBezTo>
                  <a:cubicBezTo>
                    <a:pt x="65394" y="51381"/>
                    <a:pt x="64945" y="50932"/>
                    <a:pt x="65584" y="50673"/>
                  </a:cubicBezTo>
                  <a:cubicBezTo>
                    <a:pt x="65670" y="50638"/>
                    <a:pt x="65752" y="50622"/>
                    <a:pt x="65829" y="50622"/>
                  </a:cubicBezTo>
                  <a:close/>
                  <a:moveTo>
                    <a:pt x="50497" y="52695"/>
                  </a:moveTo>
                  <a:lnTo>
                    <a:pt x="50497" y="52695"/>
                  </a:lnTo>
                  <a:cubicBezTo>
                    <a:pt x="51016" y="52885"/>
                    <a:pt x="51863" y="52937"/>
                    <a:pt x="52001" y="53265"/>
                  </a:cubicBezTo>
                  <a:cubicBezTo>
                    <a:pt x="53055" y="55840"/>
                    <a:pt x="55734" y="57464"/>
                    <a:pt x="56114" y="60420"/>
                  </a:cubicBezTo>
                  <a:cubicBezTo>
                    <a:pt x="56252" y="61439"/>
                    <a:pt x="57323" y="61802"/>
                    <a:pt x="57859" y="62580"/>
                  </a:cubicBezTo>
                  <a:cubicBezTo>
                    <a:pt x="59294" y="64654"/>
                    <a:pt x="60106" y="66952"/>
                    <a:pt x="60763" y="69337"/>
                  </a:cubicBezTo>
                  <a:cubicBezTo>
                    <a:pt x="58533" y="67643"/>
                    <a:pt x="56615" y="65656"/>
                    <a:pt x="55336" y="63133"/>
                  </a:cubicBezTo>
                  <a:cubicBezTo>
                    <a:pt x="55198" y="62874"/>
                    <a:pt x="55008" y="62614"/>
                    <a:pt x="55008" y="62355"/>
                  </a:cubicBezTo>
                  <a:cubicBezTo>
                    <a:pt x="54990" y="58916"/>
                    <a:pt x="52139" y="56739"/>
                    <a:pt x="51189" y="53697"/>
                  </a:cubicBezTo>
                  <a:cubicBezTo>
                    <a:pt x="51085" y="53334"/>
                    <a:pt x="50739" y="53040"/>
                    <a:pt x="50497" y="52695"/>
                  </a:cubicBezTo>
                  <a:close/>
                  <a:moveTo>
                    <a:pt x="87976" y="1"/>
                  </a:moveTo>
                  <a:cubicBezTo>
                    <a:pt x="87018" y="1"/>
                    <a:pt x="85745" y="1010"/>
                    <a:pt x="84455" y="1127"/>
                  </a:cubicBezTo>
                  <a:cubicBezTo>
                    <a:pt x="83776" y="1176"/>
                    <a:pt x="83111" y="1512"/>
                    <a:pt x="82448" y="1512"/>
                  </a:cubicBezTo>
                  <a:cubicBezTo>
                    <a:pt x="82403" y="1512"/>
                    <a:pt x="82358" y="1511"/>
                    <a:pt x="82313" y="1507"/>
                  </a:cubicBezTo>
                  <a:cubicBezTo>
                    <a:pt x="82281" y="1506"/>
                    <a:pt x="82250" y="1506"/>
                    <a:pt x="82218" y="1506"/>
                  </a:cubicBezTo>
                  <a:cubicBezTo>
                    <a:pt x="80376" y="1506"/>
                    <a:pt x="79245" y="3375"/>
                    <a:pt x="77443" y="3375"/>
                  </a:cubicBezTo>
                  <a:cubicBezTo>
                    <a:pt x="77340" y="3375"/>
                    <a:pt x="77235" y="3369"/>
                    <a:pt x="77128" y="3356"/>
                  </a:cubicBezTo>
                  <a:cubicBezTo>
                    <a:pt x="77026" y="3344"/>
                    <a:pt x="76928" y="3335"/>
                    <a:pt x="76837" y="3335"/>
                  </a:cubicBezTo>
                  <a:cubicBezTo>
                    <a:pt x="76434" y="3335"/>
                    <a:pt x="76136" y="3491"/>
                    <a:pt x="75953" y="4082"/>
                  </a:cubicBezTo>
                  <a:cubicBezTo>
                    <a:pt x="75843" y="4459"/>
                    <a:pt x="75132" y="4980"/>
                    <a:pt x="74758" y="4980"/>
                  </a:cubicBezTo>
                  <a:cubicBezTo>
                    <a:pt x="74720" y="4980"/>
                    <a:pt x="74687" y="4974"/>
                    <a:pt x="74657" y="4964"/>
                  </a:cubicBezTo>
                  <a:cubicBezTo>
                    <a:pt x="73910" y="4715"/>
                    <a:pt x="73366" y="4590"/>
                    <a:pt x="73013" y="4590"/>
                  </a:cubicBezTo>
                  <a:cubicBezTo>
                    <a:pt x="72190" y="4590"/>
                    <a:pt x="72409" y="5268"/>
                    <a:pt x="73534" y="6623"/>
                  </a:cubicBezTo>
                  <a:cubicBezTo>
                    <a:pt x="73585" y="6692"/>
                    <a:pt x="73499" y="6882"/>
                    <a:pt x="73482" y="7003"/>
                  </a:cubicBezTo>
                  <a:cubicBezTo>
                    <a:pt x="73413" y="6968"/>
                    <a:pt x="73292" y="6951"/>
                    <a:pt x="73240" y="6882"/>
                  </a:cubicBezTo>
                  <a:cubicBezTo>
                    <a:pt x="72877" y="6381"/>
                    <a:pt x="72324" y="5914"/>
                    <a:pt x="72220" y="5344"/>
                  </a:cubicBezTo>
                  <a:cubicBezTo>
                    <a:pt x="72065" y="4531"/>
                    <a:pt x="71961" y="3840"/>
                    <a:pt x="71010" y="3650"/>
                  </a:cubicBezTo>
                  <a:cubicBezTo>
                    <a:pt x="70839" y="3615"/>
                    <a:pt x="70680" y="3599"/>
                    <a:pt x="70533" y="3599"/>
                  </a:cubicBezTo>
                  <a:cubicBezTo>
                    <a:pt x="69359" y="3599"/>
                    <a:pt x="68898" y="4626"/>
                    <a:pt x="68315" y="5517"/>
                  </a:cubicBezTo>
                  <a:cubicBezTo>
                    <a:pt x="67865" y="6208"/>
                    <a:pt x="68349" y="6536"/>
                    <a:pt x="68729" y="6934"/>
                  </a:cubicBezTo>
                  <a:cubicBezTo>
                    <a:pt x="68798" y="7003"/>
                    <a:pt x="68850" y="7089"/>
                    <a:pt x="68902" y="7176"/>
                  </a:cubicBezTo>
                  <a:cubicBezTo>
                    <a:pt x="68817" y="7188"/>
                    <a:pt x="68731" y="7200"/>
                    <a:pt x="68645" y="7200"/>
                  </a:cubicBezTo>
                  <a:cubicBezTo>
                    <a:pt x="68610" y="7200"/>
                    <a:pt x="68575" y="7198"/>
                    <a:pt x="68539" y="7193"/>
                  </a:cubicBezTo>
                  <a:cubicBezTo>
                    <a:pt x="67376" y="7024"/>
                    <a:pt x="66212" y="6691"/>
                    <a:pt x="65033" y="6691"/>
                  </a:cubicBezTo>
                  <a:cubicBezTo>
                    <a:pt x="65003" y="6691"/>
                    <a:pt x="64974" y="6691"/>
                    <a:pt x="64945" y="6692"/>
                  </a:cubicBezTo>
                  <a:cubicBezTo>
                    <a:pt x="64584" y="6692"/>
                    <a:pt x="63909" y="6196"/>
                    <a:pt x="63437" y="6196"/>
                  </a:cubicBezTo>
                  <a:cubicBezTo>
                    <a:pt x="63072" y="6196"/>
                    <a:pt x="62827" y="6492"/>
                    <a:pt x="62940" y="7538"/>
                  </a:cubicBezTo>
                  <a:cubicBezTo>
                    <a:pt x="62940" y="7608"/>
                    <a:pt x="62525" y="7711"/>
                    <a:pt x="62283" y="7798"/>
                  </a:cubicBezTo>
                  <a:cubicBezTo>
                    <a:pt x="61879" y="7955"/>
                    <a:pt x="61464" y="8005"/>
                    <a:pt x="61043" y="8005"/>
                  </a:cubicBezTo>
                  <a:cubicBezTo>
                    <a:pt x="60325" y="8005"/>
                    <a:pt x="59591" y="7860"/>
                    <a:pt x="58870" y="7860"/>
                  </a:cubicBezTo>
                  <a:cubicBezTo>
                    <a:pt x="58295" y="7860"/>
                    <a:pt x="57729" y="7952"/>
                    <a:pt x="57185" y="8282"/>
                  </a:cubicBezTo>
                  <a:cubicBezTo>
                    <a:pt x="56736" y="8610"/>
                    <a:pt x="56304" y="8938"/>
                    <a:pt x="55837" y="9267"/>
                  </a:cubicBezTo>
                  <a:cubicBezTo>
                    <a:pt x="55671" y="9381"/>
                    <a:pt x="55417" y="9527"/>
                    <a:pt x="55226" y="9527"/>
                  </a:cubicBezTo>
                  <a:cubicBezTo>
                    <a:pt x="55100" y="9527"/>
                    <a:pt x="55001" y="9463"/>
                    <a:pt x="54973" y="9284"/>
                  </a:cubicBezTo>
                  <a:cubicBezTo>
                    <a:pt x="54819" y="8258"/>
                    <a:pt x="54209" y="8003"/>
                    <a:pt x="53545" y="8003"/>
                  </a:cubicBezTo>
                  <a:cubicBezTo>
                    <a:pt x="53313" y="8003"/>
                    <a:pt x="53075" y="8034"/>
                    <a:pt x="52848" y="8074"/>
                  </a:cubicBezTo>
                  <a:cubicBezTo>
                    <a:pt x="51897" y="8264"/>
                    <a:pt x="52416" y="9232"/>
                    <a:pt x="52295" y="9854"/>
                  </a:cubicBezTo>
                  <a:cubicBezTo>
                    <a:pt x="52156" y="10615"/>
                    <a:pt x="51344" y="10096"/>
                    <a:pt x="50998" y="10545"/>
                  </a:cubicBezTo>
                  <a:cubicBezTo>
                    <a:pt x="50949" y="10609"/>
                    <a:pt x="50910" y="10635"/>
                    <a:pt x="50880" y="10635"/>
                  </a:cubicBezTo>
                  <a:cubicBezTo>
                    <a:pt x="50805" y="10635"/>
                    <a:pt x="50789" y="10469"/>
                    <a:pt x="50826" y="10321"/>
                  </a:cubicBezTo>
                  <a:cubicBezTo>
                    <a:pt x="51033" y="8990"/>
                    <a:pt x="50221" y="8541"/>
                    <a:pt x="49115" y="8161"/>
                  </a:cubicBezTo>
                  <a:cubicBezTo>
                    <a:pt x="46903" y="7400"/>
                    <a:pt x="44535" y="7176"/>
                    <a:pt x="42392" y="6070"/>
                  </a:cubicBezTo>
                  <a:cubicBezTo>
                    <a:pt x="41667" y="5697"/>
                    <a:pt x="40852" y="5536"/>
                    <a:pt x="40032" y="5536"/>
                  </a:cubicBezTo>
                  <a:cubicBezTo>
                    <a:pt x="39367" y="5536"/>
                    <a:pt x="38699" y="5642"/>
                    <a:pt x="38072" y="5828"/>
                  </a:cubicBezTo>
                  <a:cubicBezTo>
                    <a:pt x="36033" y="6432"/>
                    <a:pt x="33838" y="6502"/>
                    <a:pt x="31989" y="7642"/>
                  </a:cubicBezTo>
                  <a:cubicBezTo>
                    <a:pt x="31263" y="8074"/>
                    <a:pt x="29206" y="7296"/>
                    <a:pt x="30226" y="9457"/>
                  </a:cubicBezTo>
                  <a:cubicBezTo>
                    <a:pt x="30278" y="9578"/>
                    <a:pt x="29984" y="9854"/>
                    <a:pt x="29863" y="10079"/>
                  </a:cubicBezTo>
                  <a:cubicBezTo>
                    <a:pt x="28653" y="12412"/>
                    <a:pt x="26234" y="13224"/>
                    <a:pt x="24229" y="14555"/>
                  </a:cubicBezTo>
                  <a:cubicBezTo>
                    <a:pt x="22536" y="15661"/>
                    <a:pt x="23486" y="17112"/>
                    <a:pt x="24022" y="18236"/>
                  </a:cubicBezTo>
                  <a:cubicBezTo>
                    <a:pt x="24328" y="18880"/>
                    <a:pt x="24972" y="19241"/>
                    <a:pt x="25627" y="19241"/>
                  </a:cubicBezTo>
                  <a:cubicBezTo>
                    <a:pt x="26008" y="19241"/>
                    <a:pt x="26393" y="19119"/>
                    <a:pt x="26718" y="18858"/>
                  </a:cubicBezTo>
                  <a:cubicBezTo>
                    <a:pt x="27228" y="18470"/>
                    <a:pt x="27609" y="18306"/>
                    <a:pt x="27903" y="18306"/>
                  </a:cubicBezTo>
                  <a:cubicBezTo>
                    <a:pt x="28524" y="18306"/>
                    <a:pt x="28748" y="19042"/>
                    <a:pt x="28947" y="19946"/>
                  </a:cubicBezTo>
                  <a:cubicBezTo>
                    <a:pt x="28982" y="20223"/>
                    <a:pt x="28999" y="20499"/>
                    <a:pt x="28982" y="20776"/>
                  </a:cubicBezTo>
                  <a:cubicBezTo>
                    <a:pt x="28774" y="20551"/>
                    <a:pt x="28446" y="20396"/>
                    <a:pt x="28342" y="20119"/>
                  </a:cubicBezTo>
                  <a:cubicBezTo>
                    <a:pt x="28124" y="19474"/>
                    <a:pt x="27849" y="19234"/>
                    <a:pt x="27528" y="19234"/>
                  </a:cubicBezTo>
                  <a:cubicBezTo>
                    <a:pt x="27212" y="19234"/>
                    <a:pt x="26853" y="19465"/>
                    <a:pt x="26459" y="19774"/>
                  </a:cubicBezTo>
                  <a:cubicBezTo>
                    <a:pt x="25646" y="20379"/>
                    <a:pt x="25958" y="21260"/>
                    <a:pt x="26130" y="21899"/>
                  </a:cubicBezTo>
                  <a:cubicBezTo>
                    <a:pt x="26459" y="23092"/>
                    <a:pt x="25802" y="23420"/>
                    <a:pt x="24938" y="23627"/>
                  </a:cubicBezTo>
                  <a:cubicBezTo>
                    <a:pt x="23901" y="23852"/>
                    <a:pt x="23072" y="24267"/>
                    <a:pt x="22553" y="25269"/>
                  </a:cubicBezTo>
                  <a:cubicBezTo>
                    <a:pt x="22273" y="25790"/>
                    <a:pt x="21682" y="26043"/>
                    <a:pt x="21157" y="26043"/>
                  </a:cubicBezTo>
                  <a:cubicBezTo>
                    <a:pt x="21003" y="26043"/>
                    <a:pt x="20855" y="26021"/>
                    <a:pt x="20721" y="25978"/>
                  </a:cubicBezTo>
                  <a:cubicBezTo>
                    <a:pt x="20116" y="25788"/>
                    <a:pt x="20963" y="25390"/>
                    <a:pt x="20946" y="24993"/>
                  </a:cubicBezTo>
                  <a:cubicBezTo>
                    <a:pt x="20929" y="24543"/>
                    <a:pt x="20738" y="24129"/>
                    <a:pt x="20410" y="23835"/>
                  </a:cubicBezTo>
                  <a:cubicBezTo>
                    <a:pt x="19477" y="22798"/>
                    <a:pt x="18354" y="21709"/>
                    <a:pt x="18215" y="20327"/>
                  </a:cubicBezTo>
                  <a:cubicBezTo>
                    <a:pt x="18098" y="19205"/>
                    <a:pt x="17332" y="17921"/>
                    <a:pt x="16200" y="17921"/>
                  </a:cubicBezTo>
                  <a:cubicBezTo>
                    <a:pt x="16163" y="17921"/>
                    <a:pt x="16127" y="17922"/>
                    <a:pt x="16090" y="17925"/>
                  </a:cubicBezTo>
                  <a:cubicBezTo>
                    <a:pt x="15105" y="17976"/>
                    <a:pt x="14068" y="18391"/>
                    <a:pt x="13930" y="19221"/>
                  </a:cubicBezTo>
                  <a:cubicBezTo>
                    <a:pt x="13670" y="20430"/>
                    <a:pt x="14137" y="21709"/>
                    <a:pt x="15122" y="22470"/>
                  </a:cubicBezTo>
                  <a:cubicBezTo>
                    <a:pt x="15952" y="23109"/>
                    <a:pt x="15952" y="23161"/>
                    <a:pt x="15589" y="23489"/>
                  </a:cubicBezTo>
                  <a:cubicBezTo>
                    <a:pt x="14448" y="24526"/>
                    <a:pt x="14915" y="26116"/>
                    <a:pt x="14292" y="27377"/>
                  </a:cubicBezTo>
                  <a:cubicBezTo>
                    <a:pt x="14143" y="27687"/>
                    <a:pt x="14420" y="27822"/>
                    <a:pt x="14760" y="27822"/>
                  </a:cubicBezTo>
                  <a:cubicBezTo>
                    <a:pt x="14932" y="27822"/>
                    <a:pt x="15121" y="27787"/>
                    <a:pt x="15278" y="27723"/>
                  </a:cubicBezTo>
                  <a:cubicBezTo>
                    <a:pt x="16510" y="27249"/>
                    <a:pt x="17772" y="26919"/>
                    <a:pt x="19089" y="26919"/>
                  </a:cubicBezTo>
                  <a:cubicBezTo>
                    <a:pt x="19212" y="26919"/>
                    <a:pt x="19336" y="26922"/>
                    <a:pt x="19460" y="26928"/>
                  </a:cubicBezTo>
                  <a:lnTo>
                    <a:pt x="19874" y="26928"/>
                  </a:lnTo>
                  <a:cubicBezTo>
                    <a:pt x="19840" y="26997"/>
                    <a:pt x="19823" y="27136"/>
                    <a:pt x="19753" y="27153"/>
                  </a:cubicBezTo>
                  <a:cubicBezTo>
                    <a:pt x="18630" y="27585"/>
                    <a:pt x="17507" y="28138"/>
                    <a:pt x="16349" y="28414"/>
                  </a:cubicBezTo>
                  <a:cubicBezTo>
                    <a:pt x="15692" y="28570"/>
                    <a:pt x="14915" y="28432"/>
                    <a:pt x="14707" y="29209"/>
                  </a:cubicBezTo>
                  <a:cubicBezTo>
                    <a:pt x="14500" y="30004"/>
                    <a:pt x="15260" y="30194"/>
                    <a:pt x="15813" y="30505"/>
                  </a:cubicBezTo>
                  <a:cubicBezTo>
                    <a:pt x="17161" y="31318"/>
                    <a:pt x="17369" y="32493"/>
                    <a:pt x="16867" y="33910"/>
                  </a:cubicBezTo>
                  <a:cubicBezTo>
                    <a:pt x="16664" y="34503"/>
                    <a:pt x="16349" y="34660"/>
                    <a:pt x="15995" y="34660"/>
                  </a:cubicBezTo>
                  <a:cubicBezTo>
                    <a:pt x="15626" y="34660"/>
                    <a:pt x="15216" y="34489"/>
                    <a:pt x="14846" y="34463"/>
                  </a:cubicBezTo>
                  <a:cubicBezTo>
                    <a:pt x="13916" y="34396"/>
                    <a:pt x="12987" y="34203"/>
                    <a:pt x="12042" y="34203"/>
                  </a:cubicBezTo>
                  <a:cubicBezTo>
                    <a:pt x="12003" y="34203"/>
                    <a:pt x="11964" y="34203"/>
                    <a:pt x="11925" y="34204"/>
                  </a:cubicBezTo>
                  <a:cubicBezTo>
                    <a:pt x="10957" y="34221"/>
                    <a:pt x="9834" y="34446"/>
                    <a:pt x="9989" y="35759"/>
                  </a:cubicBezTo>
                  <a:cubicBezTo>
                    <a:pt x="10128" y="37072"/>
                    <a:pt x="9834" y="38196"/>
                    <a:pt x="9592" y="39440"/>
                  </a:cubicBezTo>
                  <a:cubicBezTo>
                    <a:pt x="9385" y="40425"/>
                    <a:pt x="8693" y="42136"/>
                    <a:pt x="10542" y="42464"/>
                  </a:cubicBezTo>
                  <a:cubicBezTo>
                    <a:pt x="12305" y="42758"/>
                    <a:pt x="12668" y="43173"/>
                    <a:pt x="11735" y="44693"/>
                  </a:cubicBezTo>
                  <a:cubicBezTo>
                    <a:pt x="11389" y="45298"/>
                    <a:pt x="10888" y="45817"/>
                    <a:pt x="10300" y="46180"/>
                  </a:cubicBezTo>
                  <a:cubicBezTo>
                    <a:pt x="9108" y="46871"/>
                    <a:pt x="8175" y="47752"/>
                    <a:pt x="8313" y="49342"/>
                  </a:cubicBezTo>
                  <a:cubicBezTo>
                    <a:pt x="8365" y="49964"/>
                    <a:pt x="8140" y="50707"/>
                    <a:pt x="7535" y="50967"/>
                  </a:cubicBezTo>
                  <a:cubicBezTo>
                    <a:pt x="5168" y="52021"/>
                    <a:pt x="3768" y="53991"/>
                    <a:pt x="2662" y="56168"/>
                  </a:cubicBezTo>
                  <a:cubicBezTo>
                    <a:pt x="1781" y="57931"/>
                    <a:pt x="122" y="59469"/>
                    <a:pt x="1279" y="61888"/>
                  </a:cubicBezTo>
                  <a:cubicBezTo>
                    <a:pt x="1936" y="63236"/>
                    <a:pt x="1573" y="64792"/>
                    <a:pt x="830" y="66209"/>
                  </a:cubicBezTo>
                  <a:cubicBezTo>
                    <a:pt x="1" y="67781"/>
                    <a:pt x="744" y="70477"/>
                    <a:pt x="2126" y="71687"/>
                  </a:cubicBezTo>
                  <a:cubicBezTo>
                    <a:pt x="2420" y="71946"/>
                    <a:pt x="2662" y="72240"/>
                    <a:pt x="2818" y="72586"/>
                  </a:cubicBezTo>
                  <a:cubicBezTo>
                    <a:pt x="4027" y="75040"/>
                    <a:pt x="5462" y="77303"/>
                    <a:pt x="7881" y="78755"/>
                  </a:cubicBezTo>
                  <a:cubicBezTo>
                    <a:pt x="8455" y="79100"/>
                    <a:pt x="9053" y="79742"/>
                    <a:pt x="9645" y="79742"/>
                  </a:cubicBezTo>
                  <a:cubicBezTo>
                    <a:pt x="9766" y="79742"/>
                    <a:pt x="9887" y="79715"/>
                    <a:pt x="10007" y="79654"/>
                  </a:cubicBezTo>
                  <a:cubicBezTo>
                    <a:pt x="12824" y="78254"/>
                    <a:pt x="16142" y="79844"/>
                    <a:pt x="18889" y="77874"/>
                  </a:cubicBezTo>
                  <a:cubicBezTo>
                    <a:pt x="19326" y="77562"/>
                    <a:pt x="19938" y="77352"/>
                    <a:pt x="20558" y="77352"/>
                  </a:cubicBezTo>
                  <a:cubicBezTo>
                    <a:pt x="21313" y="77352"/>
                    <a:pt x="22079" y="77663"/>
                    <a:pt x="22553" y="78479"/>
                  </a:cubicBezTo>
                  <a:cubicBezTo>
                    <a:pt x="23034" y="79313"/>
                    <a:pt x="23538" y="79650"/>
                    <a:pt x="24283" y="79650"/>
                  </a:cubicBezTo>
                  <a:cubicBezTo>
                    <a:pt x="24448" y="79650"/>
                    <a:pt x="24626" y="79633"/>
                    <a:pt x="24817" y="79602"/>
                  </a:cubicBezTo>
                  <a:cubicBezTo>
                    <a:pt x="24994" y="79574"/>
                    <a:pt x="25161" y="79561"/>
                    <a:pt x="25317" y="79561"/>
                  </a:cubicBezTo>
                  <a:cubicBezTo>
                    <a:pt x="26715" y="79561"/>
                    <a:pt x="27271" y="80640"/>
                    <a:pt x="26960" y="82194"/>
                  </a:cubicBezTo>
                  <a:cubicBezTo>
                    <a:pt x="26683" y="83611"/>
                    <a:pt x="25750" y="85218"/>
                    <a:pt x="26545" y="86480"/>
                  </a:cubicBezTo>
                  <a:cubicBezTo>
                    <a:pt x="27461" y="87966"/>
                    <a:pt x="28515" y="89400"/>
                    <a:pt x="29206" y="90973"/>
                  </a:cubicBezTo>
                  <a:cubicBezTo>
                    <a:pt x="30416" y="93721"/>
                    <a:pt x="31298" y="96641"/>
                    <a:pt x="29777" y="99631"/>
                  </a:cubicBezTo>
                  <a:cubicBezTo>
                    <a:pt x="28809" y="101515"/>
                    <a:pt x="28619" y="103502"/>
                    <a:pt x="29535" y="105369"/>
                  </a:cubicBezTo>
                  <a:cubicBezTo>
                    <a:pt x="30503" y="107321"/>
                    <a:pt x="31228" y="109274"/>
                    <a:pt x="31488" y="111469"/>
                  </a:cubicBezTo>
                  <a:cubicBezTo>
                    <a:pt x="31712" y="113456"/>
                    <a:pt x="31695" y="115599"/>
                    <a:pt x="33371" y="117172"/>
                  </a:cubicBezTo>
                  <a:cubicBezTo>
                    <a:pt x="34322" y="118088"/>
                    <a:pt x="34581" y="119436"/>
                    <a:pt x="35013" y="120645"/>
                  </a:cubicBezTo>
                  <a:cubicBezTo>
                    <a:pt x="35393" y="121717"/>
                    <a:pt x="34546" y="123065"/>
                    <a:pt x="35843" y="123998"/>
                  </a:cubicBezTo>
                  <a:cubicBezTo>
                    <a:pt x="36206" y="124270"/>
                    <a:pt x="36549" y="124368"/>
                    <a:pt x="36881" y="124368"/>
                  </a:cubicBezTo>
                  <a:cubicBezTo>
                    <a:pt x="37735" y="124368"/>
                    <a:pt x="38515" y="123721"/>
                    <a:pt x="39372" y="123721"/>
                  </a:cubicBezTo>
                  <a:cubicBezTo>
                    <a:pt x="39388" y="123721"/>
                    <a:pt x="39404" y="123721"/>
                    <a:pt x="39420" y="123721"/>
                  </a:cubicBezTo>
                  <a:cubicBezTo>
                    <a:pt x="39526" y="123724"/>
                    <a:pt x="39630" y="123725"/>
                    <a:pt x="39734" y="123725"/>
                  </a:cubicBezTo>
                  <a:cubicBezTo>
                    <a:pt x="44937" y="123725"/>
                    <a:pt x="47636" y="120353"/>
                    <a:pt x="49754" y="116100"/>
                  </a:cubicBezTo>
                  <a:cubicBezTo>
                    <a:pt x="50186" y="115236"/>
                    <a:pt x="49720" y="113957"/>
                    <a:pt x="50826" y="113508"/>
                  </a:cubicBezTo>
                  <a:cubicBezTo>
                    <a:pt x="52761" y="112713"/>
                    <a:pt x="53193" y="111175"/>
                    <a:pt x="52692" y="109499"/>
                  </a:cubicBezTo>
                  <a:cubicBezTo>
                    <a:pt x="51949" y="107028"/>
                    <a:pt x="53297" y="106112"/>
                    <a:pt x="55181" y="105282"/>
                  </a:cubicBezTo>
                  <a:cubicBezTo>
                    <a:pt x="57773" y="104107"/>
                    <a:pt x="59449" y="98370"/>
                    <a:pt x="57963" y="96071"/>
                  </a:cubicBezTo>
                  <a:cubicBezTo>
                    <a:pt x="56770" y="94239"/>
                    <a:pt x="57099" y="92217"/>
                    <a:pt x="57444" y="90316"/>
                  </a:cubicBezTo>
                  <a:cubicBezTo>
                    <a:pt x="57911" y="87621"/>
                    <a:pt x="59933" y="85823"/>
                    <a:pt x="61851" y="84164"/>
                  </a:cubicBezTo>
                  <a:cubicBezTo>
                    <a:pt x="65601" y="80915"/>
                    <a:pt x="68055" y="76992"/>
                    <a:pt x="69109" y="72171"/>
                  </a:cubicBezTo>
                  <a:cubicBezTo>
                    <a:pt x="69271" y="71459"/>
                    <a:pt x="69266" y="70656"/>
                    <a:pt x="68371" y="70656"/>
                  </a:cubicBezTo>
                  <a:cubicBezTo>
                    <a:pt x="68311" y="70656"/>
                    <a:pt x="68246" y="70660"/>
                    <a:pt x="68176" y="70667"/>
                  </a:cubicBezTo>
                  <a:cubicBezTo>
                    <a:pt x="67157" y="70788"/>
                    <a:pt x="66154" y="71151"/>
                    <a:pt x="65152" y="71462"/>
                  </a:cubicBezTo>
                  <a:cubicBezTo>
                    <a:pt x="63960" y="71826"/>
                    <a:pt x="63201" y="72060"/>
                    <a:pt x="62664" y="72060"/>
                  </a:cubicBezTo>
                  <a:cubicBezTo>
                    <a:pt x="61727" y="72060"/>
                    <a:pt x="61469" y="71346"/>
                    <a:pt x="60772" y="69363"/>
                  </a:cubicBezTo>
                  <a:lnTo>
                    <a:pt x="60772" y="69363"/>
                  </a:lnTo>
                  <a:cubicBezTo>
                    <a:pt x="61180" y="69747"/>
                    <a:pt x="61467" y="70422"/>
                    <a:pt x="62074" y="70422"/>
                  </a:cubicBezTo>
                  <a:cubicBezTo>
                    <a:pt x="62180" y="70422"/>
                    <a:pt x="62295" y="70402"/>
                    <a:pt x="62422" y="70356"/>
                  </a:cubicBezTo>
                  <a:cubicBezTo>
                    <a:pt x="63925" y="69769"/>
                    <a:pt x="65359" y="68957"/>
                    <a:pt x="66897" y="68455"/>
                  </a:cubicBezTo>
                  <a:cubicBezTo>
                    <a:pt x="68660" y="67868"/>
                    <a:pt x="69732" y="66209"/>
                    <a:pt x="71391" y="65639"/>
                  </a:cubicBezTo>
                  <a:cubicBezTo>
                    <a:pt x="73706" y="64844"/>
                    <a:pt x="76713" y="61716"/>
                    <a:pt x="76852" y="59383"/>
                  </a:cubicBezTo>
                  <a:cubicBezTo>
                    <a:pt x="76834" y="59072"/>
                    <a:pt x="76713" y="58778"/>
                    <a:pt x="76506" y="58553"/>
                  </a:cubicBezTo>
                  <a:cubicBezTo>
                    <a:pt x="75918" y="57810"/>
                    <a:pt x="75279" y="57153"/>
                    <a:pt x="74294" y="56894"/>
                  </a:cubicBezTo>
                  <a:cubicBezTo>
                    <a:pt x="73724" y="56739"/>
                    <a:pt x="73378" y="56151"/>
                    <a:pt x="73516" y="55581"/>
                  </a:cubicBezTo>
                  <a:cubicBezTo>
                    <a:pt x="73547" y="55481"/>
                    <a:pt x="73596" y="55443"/>
                    <a:pt x="73658" y="55443"/>
                  </a:cubicBezTo>
                  <a:cubicBezTo>
                    <a:pt x="73842" y="55443"/>
                    <a:pt x="74139" y="55775"/>
                    <a:pt x="74398" y="55788"/>
                  </a:cubicBezTo>
                  <a:cubicBezTo>
                    <a:pt x="75366" y="55855"/>
                    <a:pt x="76333" y="56083"/>
                    <a:pt x="77301" y="56083"/>
                  </a:cubicBezTo>
                  <a:cubicBezTo>
                    <a:pt x="77336" y="56083"/>
                    <a:pt x="77370" y="56083"/>
                    <a:pt x="77405" y="56082"/>
                  </a:cubicBezTo>
                  <a:cubicBezTo>
                    <a:pt x="77727" y="56077"/>
                    <a:pt x="78047" y="56073"/>
                    <a:pt x="78365" y="56073"/>
                  </a:cubicBezTo>
                  <a:cubicBezTo>
                    <a:pt x="81373" y="56073"/>
                    <a:pt x="84145" y="56432"/>
                    <a:pt x="85786" y="59746"/>
                  </a:cubicBezTo>
                  <a:cubicBezTo>
                    <a:pt x="86136" y="60461"/>
                    <a:pt x="86996" y="61297"/>
                    <a:pt x="88011" y="61297"/>
                  </a:cubicBezTo>
                  <a:cubicBezTo>
                    <a:pt x="88148" y="61297"/>
                    <a:pt x="88288" y="61282"/>
                    <a:pt x="88430" y="61249"/>
                  </a:cubicBezTo>
                  <a:cubicBezTo>
                    <a:pt x="88585" y="61214"/>
                    <a:pt x="88707" y="61197"/>
                    <a:pt x="88805" y="61197"/>
                  </a:cubicBezTo>
                  <a:cubicBezTo>
                    <a:pt x="89186" y="61197"/>
                    <a:pt x="89184" y="61451"/>
                    <a:pt x="89225" y="61837"/>
                  </a:cubicBezTo>
                  <a:cubicBezTo>
                    <a:pt x="89830" y="66554"/>
                    <a:pt x="91990" y="70685"/>
                    <a:pt x="94133" y="74832"/>
                  </a:cubicBezTo>
                  <a:cubicBezTo>
                    <a:pt x="94475" y="75487"/>
                    <a:pt x="94875" y="75911"/>
                    <a:pt x="95290" y="75911"/>
                  </a:cubicBezTo>
                  <a:cubicBezTo>
                    <a:pt x="95652" y="75911"/>
                    <a:pt x="96025" y="75588"/>
                    <a:pt x="96380" y="74815"/>
                  </a:cubicBezTo>
                  <a:cubicBezTo>
                    <a:pt x="96622" y="74297"/>
                    <a:pt x="97036" y="73847"/>
                    <a:pt x="97382" y="73381"/>
                  </a:cubicBezTo>
                  <a:lnTo>
                    <a:pt x="97538" y="73225"/>
                  </a:lnTo>
                  <a:cubicBezTo>
                    <a:pt x="98212" y="71618"/>
                    <a:pt x="98056" y="69993"/>
                    <a:pt x="97831" y="68317"/>
                  </a:cubicBezTo>
                  <a:cubicBezTo>
                    <a:pt x="97762" y="67833"/>
                    <a:pt x="97589" y="67211"/>
                    <a:pt x="98194" y="67073"/>
                  </a:cubicBezTo>
                  <a:cubicBezTo>
                    <a:pt x="99784" y="66693"/>
                    <a:pt x="100268" y="65258"/>
                    <a:pt x="101149" y="64187"/>
                  </a:cubicBezTo>
                  <a:cubicBezTo>
                    <a:pt x="102117" y="63029"/>
                    <a:pt x="103137" y="61629"/>
                    <a:pt x="104243" y="60903"/>
                  </a:cubicBezTo>
                  <a:cubicBezTo>
                    <a:pt x="104825" y="60515"/>
                    <a:pt x="105739" y="59942"/>
                    <a:pt x="106690" y="59942"/>
                  </a:cubicBezTo>
                  <a:cubicBezTo>
                    <a:pt x="107432" y="59942"/>
                    <a:pt x="108196" y="60292"/>
                    <a:pt x="108840" y="61353"/>
                  </a:cubicBezTo>
                  <a:cubicBezTo>
                    <a:pt x="109600" y="62632"/>
                    <a:pt x="110965" y="63565"/>
                    <a:pt x="111017" y="65258"/>
                  </a:cubicBezTo>
                  <a:cubicBezTo>
                    <a:pt x="111034" y="65777"/>
                    <a:pt x="110793" y="66433"/>
                    <a:pt x="111536" y="66693"/>
                  </a:cubicBezTo>
                  <a:cubicBezTo>
                    <a:pt x="111822" y="66788"/>
                    <a:pt x="112112" y="66862"/>
                    <a:pt x="112391" y="66862"/>
                  </a:cubicBezTo>
                  <a:cubicBezTo>
                    <a:pt x="112769" y="66862"/>
                    <a:pt x="113129" y="66727"/>
                    <a:pt x="113437" y="66330"/>
                  </a:cubicBezTo>
                  <a:cubicBezTo>
                    <a:pt x="113540" y="66205"/>
                    <a:pt x="113700" y="66031"/>
                    <a:pt x="113856" y="66031"/>
                  </a:cubicBezTo>
                  <a:cubicBezTo>
                    <a:pt x="113960" y="66031"/>
                    <a:pt x="114062" y="66109"/>
                    <a:pt x="114145" y="66330"/>
                  </a:cubicBezTo>
                  <a:cubicBezTo>
                    <a:pt x="114543" y="67470"/>
                    <a:pt x="114802" y="68663"/>
                    <a:pt x="115286" y="69769"/>
                  </a:cubicBezTo>
                  <a:cubicBezTo>
                    <a:pt x="116271" y="72033"/>
                    <a:pt x="114940" y="74677"/>
                    <a:pt x="116858" y="76871"/>
                  </a:cubicBezTo>
                  <a:cubicBezTo>
                    <a:pt x="118241" y="78461"/>
                    <a:pt x="118362" y="80915"/>
                    <a:pt x="119900" y="82540"/>
                  </a:cubicBezTo>
                  <a:cubicBezTo>
                    <a:pt x="120401" y="82799"/>
                    <a:pt x="120885" y="83058"/>
                    <a:pt x="121386" y="83300"/>
                  </a:cubicBezTo>
                  <a:cubicBezTo>
                    <a:pt x="121538" y="83368"/>
                    <a:pt x="121699" y="83403"/>
                    <a:pt x="121846" y="83403"/>
                  </a:cubicBezTo>
                  <a:cubicBezTo>
                    <a:pt x="122184" y="83403"/>
                    <a:pt x="122445" y="83219"/>
                    <a:pt x="122337" y="82834"/>
                  </a:cubicBezTo>
                  <a:cubicBezTo>
                    <a:pt x="121818" y="80915"/>
                    <a:pt x="121991" y="78790"/>
                    <a:pt x="119969" y="77355"/>
                  </a:cubicBezTo>
                  <a:cubicBezTo>
                    <a:pt x="118414" y="76249"/>
                    <a:pt x="117239" y="74521"/>
                    <a:pt x="117463" y="72378"/>
                  </a:cubicBezTo>
                  <a:cubicBezTo>
                    <a:pt x="117528" y="71821"/>
                    <a:pt x="116912" y="70437"/>
                    <a:pt x="117695" y="70437"/>
                  </a:cubicBezTo>
                  <a:cubicBezTo>
                    <a:pt x="117955" y="70437"/>
                    <a:pt x="118371" y="70590"/>
                    <a:pt x="119019" y="70979"/>
                  </a:cubicBezTo>
                  <a:cubicBezTo>
                    <a:pt x="120194" y="71704"/>
                    <a:pt x="121386" y="72655"/>
                    <a:pt x="121749" y="73605"/>
                  </a:cubicBezTo>
                  <a:cubicBezTo>
                    <a:pt x="122096" y="74553"/>
                    <a:pt x="122434" y="74868"/>
                    <a:pt x="122776" y="74868"/>
                  </a:cubicBezTo>
                  <a:cubicBezTo>
                    <a:pt x="123251" y="74868"/>
                    <a:pt x="123732" y="74261"/>
                    <a:pt x="124255" y="73899"/>
                  </a:cubicBezTo>
                  <a:cubicBezTo>
                    <a:pt x="124531" y="73709"/>
                    <a:pt x="124721" y="73363"/>
                    <a:pt x="125015" y="73208"/>
                  </a:cubicBezTo>
                  <a:cubicBezTo>
                    <a:pt x="126743" y="72292"/>
                    <a:pt x="127210" y="70961"/>
                    <a:pt x="126743" y="69043"/>
                  </a:cubicBezTo>
                  <a:cubicBezTo>
                    <a:pt x="126294" y="67159"/>
                    <a:pt x="125292" y="65725"/>
                    <a:pt x="123892" y="64533"/>
                  </a:cubicBezTo>
                  <a:cubicBezTo>
                    <a:pt x="122596" y="63409"/>
                    <a:pt x="122285" y="62459"/>
                    <a:pt x="123546" y="61059"/>
                  </a:cubicBezTo>
                  <a:cubicBezTo>
                    <a:pt x="123952" y="60621"/>
                    <a:pt x="124332" y="60388"/>
                    <a:pt x="124705" y="60388"/>
                  </a:cubicBezTo>
                  <a:cubicBezTo>
                    <a:pt x="124936" y="60388"/>
                    <a:pt x="125164" y="60477"/>
                    <a:pt x="125395" y="60661"/>
                  </a:cubicBezTo>
                  <a:cubicBezTo>
                    <a:pt x="126000" y="61145"/>
                    <a:pt x="125810" y="61750"/>
                    <a:pt x="125119" y="62234"/>
                  </a:cubicBezTo>
                  <a:cubicBezTo>
                    <a:pt x="124618" y="62580"/>
                    <a:pt x="124445" y="63219"/>
                    <a:pt x="125050" y="63651"/>
                  </a:cubicBezTo>
                  <a:cubicBezTo>
                    <a:pt x="125442" y="63952"/>
                    <a:pt x="125858" y="64171"/>
                    <a:pt x="126268" y="64171"/>
                  </a:cubicBezTo>
                  <a:cubicBezTo>
                    <a:pt x="126635" y="64171"/>
                    <a:pt x="126996" y="63996"/>
                    <a:pt x="127331" y="63547"/>
                  </a:cubicBezTo>
                  <a:cubicBezTo>
                    <a:pt x="127694" y="63046"/>
                    <a:pt x="128247" y="62407"/>
                    <a:pt x="127469" y="61940"/>
                  </a:cubicBezTo>
                  <a:cubicBezTo>
                    <a:pt x="126398" y="61318"/>
                    <a:pt x="127037" y="61042"/>
                    <a:pt x="127590" y="60696"/>
                  </a:cubicBezTo>
                  <a:cubicBezTo>
                    <a:pt x="130061" y="59210"/>
                    <a:pt x="133449" y="59106"/>
                    <a:pt x="134693" y="55788"/>
                  </a:cubicBezTo>
                  <a:cubicBezTo>
                    <a:pt x="135298" y="54146"/>
                    <a:pt x="136093" y="52591"/>
                    <a:pt x="135851" y="50725"/>
                  </a:cubicBezTo>
                  <a:cubicBezTo>
                    <a:pt x="135522" y="48288"/>
                    <a:pt x="133932" y="46629"/>
                    <a:pt x="132498" y="44918"/>
                  </a:cubicBezTo>
                  <a:cubicBezTo>
                    <a:pt x="131772" y="44054"/>
                    <a:pt x="131859" y="43622"/>
                    <a:pt x="132775" y="43173"/>
                  </a:cubicBezTo>
                  <a:cubicBezTo>
                    <a:pt x="133120" y="43017"/>
                    <a:pt x="133397" y="42793"/>
                    <a:pt x="133362" y="42378"/>
                  </a:cubicBezTo>
                  <a:cubicBezTo>
                    <a:pt x="133345" y="41980"/>
                    <a:pt x="133051" y="41635"/>
                    <a:pt x="132671" y="41548"/>
                  </a:cubicBezTo>
                  <a:cubicBezTo>
                    <a:pt x="132227" y="41462"/>
                    <a:pt x="131713" y="41297"/>
                    <a:pt x="131292" y="41297"/>
                  </a:cubicBezTo>
                  <a:cubicBezTo>
                    <a:pt x="131122" y="41297"/>
                    <a:pt x="130968" y="41323"/>
                    <a:pt x="130839" y="41393"/>
                  </a:cubicBezTo>
                  <a:cubicBezTo>
                    <a:pt x="130667" y="41486"/>
                    <a:pt x="130517" y="41524"/>
                    <a:pt x="130385" y="41524"/>
                  </a:cubicBezTo>
                  <a:cubicBezTo>
                    <a:pt x="129751" y="41524"/>
                    <a:pt x="129496" y="40648"/>
                    <a:pt x="128935" y="40648"/>
                  </a:cubicBezTo>
                  <a:cubicBezTo>
                    <a:pt x="128871" y="40648"/>
                    <a:pt x="128804" y="40659"/>
                    <a:pt x="128731" y="40684"/>
                  </a:cubicBezTo>
                  <a:cubicBezTo>
                    <a:pt x="129025" y="40425"/>
                    <a:pt x="129336" y="40166"/>
                    <a:pt x="129612" y="39889"/>
                  </a:cubicBezTo>
                  <a:cubicBezTo>
                    <a:pt x="129699" y="39786"/>
                    <a:pt x="129768" y="39647"/>
                    <a:pt x="129802" y="39509"/>
                  </a:cubicBezTo>
                  <a:cubicBezTo>
                    <a:pt x="129896" y="39229"/>
                    <a:pt x="130059" y="38963"/>
                    <a:pt x="130355" y="38963"/>
                  </a:cubicBezTo>
                  <a:cubicBezTo>
                    <a:pt x="130388" y="38963"/>
                    <a:pt x="130423" y="38966"/>
                    <a:pt x="130459" y="38973"/>
                  </a:cubicBezTo>
                  <a:cubicBezTo>
                    <a:pt x="130822" y="39025"/>
                    <a:pt x="130718" y="39405"/>
                    <a:pt x="130753" y="39665"/>
                  </a:cubicBezTo>
                  <a:cubicBezTo>
                    <a:pt x="130885" y="40368"/>
                    <a:pt x="131150" y="40680"/>
                    <a:pt x="131522" y="40680"/>
                  </a:cubicBezTo>
                  <a:cubicBezTo>
                    <a:pt x="131781" y="40680"/>
                    <a:pt x="132092" y="40529"/>
                    <a:pt x="132446" y="40252"/>
                  </a:cubicBezTo>
                  <a:cubicBezTo>
                    <a:pt x="132816" y="39963"/>
                    <a:pt x="133198" y="39825"/>
                    <a:pt x="133552" y="39825"/>
                  </a:cubicBezTo>
                  <a:cubicBezTo>
                    <a:pt x="134190" y="39825"/>
                    <a:pt x="134735" y="40276"/>
                    <a:pt x="134935" y="41099"/>
                  </a:cubicBezTo>
                  <a:cubicBezTo>
                    <a:pt x="135004" y="41410"/>
                    <a:pt x="135246" y="41911"/>
                    <a:pt x="135436" y="41928"/>
                  </a:cubicBezTo>
                  <a:cubicBezTo>
                    <a:pt x="136836" y="42067"/>
                    <a:pt x="137130" y="43259"/>
                    <a:pt x="137441" y="44192"/>
                  </a:cubicBezTo>
                  <a:cubicBezTo>
                    <a:pt x="137757" y="45176"/>
                    <a:pt x="138205" y="45491"/>
                    <a:pt x="138710" y="45491"/>
                  </a:cubicBezTo>
                  <a:cubicBezTo>
                    <a:pt x="139226" y="45491"/>
                    <a:pt x="139803" y="45163"/>
                    <a:pt x="140361" y="44884"/>
                  </a:cubicBezTo>
                  <a:cubicBezTo>
                    <a:pt x="141813" y="44175"/>
                    <a:pt x="140586" y="43363"/>
                    <a:pt x="140327" y="42654"/>
                  </a:cubicBezTo>
                  <a:cubicBezTo>
                    <a:pt x="140188" y="42188"/>
                    <a:pt x="139739" y="41773"/>
                    <a:pt x="139324" y="41479"/>
                  </a:cubicBezTo>
                  <a:cubicBezTo>
                    <a:pt x="137717" y="40356"/>
                    <a:pt x="137648" y="38921"/>
                    <a:pt x="138305" y="37245"/>
                  </a:cubicBezTo>
                  <a:cubicBezTo>
                    <a:pt x="138533" y="36644"/>
                    <a:pt x="138753" y="36160"/>
                    <a:pt x="139216" y="36160"/>
                  </a:cubicBezTo>
                  <a:cubicBezTo>
                    <a:pt x="139418" y="36160"/>
                    <a:pt x="139666" y="36252"/>
                    <a:pt x="139981" y="36468"/>
                  </a:cubicBezTo>
                  <a:cubicBezTo>
                    <a:pt x="140121" y="36569"/>
                    <a:pt x="140268" y="36617"/>
                    <a:pt x="140413" y="36617"/>
                  </a:cubicBezTo>
                  <a:cubicBezTo>
                    <a:pt x="140661" y="36617"/>
                    <a:pt x="140902" y="36477"/>
                    <a:pt x="141087" y="36226"/>
                  </a:cubicBezTo>
                  <a:cubicBezTo>
                    <a:pt x="142573" y="34255"/>
                    <a:pt x="142850" y="29797"/>
                    <a:pt x="141640" y="27706"/>
                  </a:cubicBezTo>
                  <a:cubicBezTo>
                    <a:pt x="141485" y="27447"/>
                    <a:pt x="141104" y="27187"/>
                    <a:pt x="141398" y="26807"/>
                  </a:cubicBezTo>
                  <a:lnTo>
                    <a:pt x="141398" y="26807"/>
                  </a:lnTo>
                  <a:cubicBezTo>
                    <a:pt x="141623" y="26997"/>
                    <a:pt x="141917" y="27153"/>
                    <a:pt x="142072" y="27395"/>
                  </a:cubicBezTo>
                  <a:cubicBezTo>
                    <a:pt x="142988" y="28812"/>
                    <a:pt x="143869" y="30229"/>
                    <a:pt x="144733" y="31663"/>
                  </a:cubicBezTo>
                  <a:cubicBezTo>
                    <a:pt x="144984" y="32062"/>
                    <a:pt x="145261" y="32460"/>
                    <a:pt x="145713" y="32460"/>
                  </a:cubicBezTo>
                  <a:cubicBezTo>
                    <a:pt x="145790" y="32460"/>
                    <a:pt x="145872" y="32449"/>
                    <a:pt x="145960" y="32424"/>
                  </a:cubicBezTo>
                  <a:cubicBezTo>
                    <a:pt x="146323" y="32320"/>
                    <a:pt x="146825" y="32043"/>
                    <a:pt x="146928" y="31750"/>
                  </a:cubicBezTo>
                  <a:cubicBezTo>
                    <a:pt x="147118" y="31197"/>
                    <a:pt x="146496" y="30972"/>
                    <a:pt x="146151" y="30644"/>
                  </a:cubicBezTo>
                  <a:cubicBezTo>
                    <a:pt x="145805" y="30298"/>
                    <a:pt x="144889" y="29935"/>
                    <a:pt x="145511" y="29348"/>
                  </a:cubicBezTo>
                  <a:cubicBezTo>
                    <a:pt x="146220" y="28674"/>
                    <a:pt x="145701" y="28363"/>
                    <a:pt x="145373" y="27982"/>
                  </a:cubicBezTo>
                  <a:cubicBezTo>
                    <a:pt x="144924" y="27464"/>
                    <a:pt x="144353" y="27049"/>
                    <a:pt x="143904" y="26513"/>
                  </a:cubicBezTo>
                  <a:cubicBezTo>
                    <a:pt x="142452" y="24803"/>
                    <a:pt x="140309" y="24008"/>
                    <a:pt x="138927" y="23455"/>
                  </a:cubicBezTo>
                  <a:cubicBezTo>
                    <a:pt x="137233" y="22781"/>
                    <a:pt x="135350" y="23368"/>
                    <a:pt x="133794" y="22349"/>
                  </a:cubicBezTo>
                  <a:cubicBezTo>
                    <a:pt x="133621" y="22228"/>
                    <a:pt x="133120" y="22141"/>
                    <a:pt x="133379" y="21934"/>
                  </a:cubicBezTo>
                  <a:cubicBezTo>
                    <a:pt x="134416" y="21156"/>
                    <a:pt x="134192" y="19843"/>
                    <a:pt x="134814" y="18910"/>
                  </a:cubicBezTo>
                  <a:cubicBezTo>
                    <a:pt x="135183" y="18357"/>
                    <a:pt x="137525" y="17996"/>
                    <a:pt x="139389" y="17996"/>
                  </a:cubicBezTo>
                  <a:cubicBezTo>
                    <a:pt x="140321" y="17996"/>
                    <a:pt x="141133" y="18086"/>
                    <a:pt x="141519" y="18287"/>
                  </a:cubicBezTo>
                  <a:cubicBezTo>
                    <a:pt x="141913" y="18491"/>
                    <a:pt x="142318" y="18567"/>
                    <a:pt x="142722" y="18567"/>
                  </a:cubicBezTo>
                  <a:cubicBezTo>
                    <a:pt x="143310" y="18567"/>
                    <a:pt x="143896" y="18407"/>
                    <a:pt x="144440" y="18253"/>
                  </a:cubicBezTo>
                  <a:cubicBezTo>
                    <a:pt x="145183" y="18028"/>
                    <a:pt x="144301" y="17320"/>
                    <a:pt x="144440" y="16905"/>
                  </a:cubicBezTo>
                  <a:cubicBezTo>
                    <a:pt x="144595" y="16473"/>
                    <a:pt x="144232" y="15764"/>
                    <a:pt x="144803" y="15626"/>
                  </a:cubicBezTo>
                  <a:cubicBezTo>
                    <a:pt x="144894" y="15602"/>
                    <a:pt x="144986" y="15590"/>
                    <a:pt x="145078" y="15590"/>
                  </a:cubicBezTo>
                  <a:cubicBezTo>
                    <a:pt x="145503" y="15590"/>
                    <a:pt x="145922" y="15838"/>
                    <a:pt x="146306" y="16179"/>
                  </a:cubicBezTo>
                  <a:cubicBezTo>
                    <a:pt x="146709" y="16532"/>
                    <a:pt x="147171" y="16997"/>
                    <a:pt x="147617" y="16997"/>
                  </a:cubicBezTo>
                  <a:cubicBezTo>
                    <a:pt x="147935" y="16997"/>
                    <a:pt x="148244" y="16760"/>
                    <a:pt x="148518" y="16075"/>
                  </a:cubicBezTo>
                  <a:cubicBezTo>
                    <a:pt x="148584" y="15900"/>
                    <a:pt x="148692" y="15801"/>
                    <a:pt x="148828" y="15801"/>
                  </a:cubicBezTo>
                  <a:cubicBezTo>
                    <a:pt x="148906" y="15801"/>
                    <a:pt x="148994" y="15833"/>
                    <a:pt x="149088" y="15903"/>
                  </a:cubicBezTo>
                  <a:cubicBezTo>
                    <a:pt x="149348" y="16110"/>
                    <a:pt x="149348" y="16335"/>
                    <a:pt x="149192" y="16646"/>
                  </a:cubicBezTo>
                  <a:cubicBezTo>
                    <a:pt x="148743" y="17596"/>
                    <a:pt x="147965" y="18547"/>
                    <a:pt x="147965" y="19497"/>
                  </a:cubicBezTo>
                  <a:cubicBezTo>
                    <a:pt x="147931" y="21122"/>
                    <a:pt x="148708" y="22677"/>
                    <a:pt x="150022" y="23627"/>
                  </a:cubicBezTo>
                  <a:cubicBezTo>
                    <a:pt x="151231" y="24561"/>
                    <a:pt x="152631" y="25269"/>
                    <a:pt x="153582" y="26513"/>
                  </a:cubicBezTo>
                  <a:cubicBezTo>
                    <a:pt x="153835" y="26852"/>
                    <a:pt x="154112" y="27339"/>
                    <a:pt x="154580" y="27339"/>
                  </a:cubicBezTo>
                  <a:cubicBezTo>
                    <a:pt x="154686" y="27339"/>
                    <a:pt x="154802" y="27314"/>
                    <a:pt x="154930" y="27257"/>
                  </a:cubicBezTo>
                  <a:cubicBezTo>
                    <a:pt x="155621" y="26928"/>
                    <a:pt x="155673" y="26271"/>
                    <a:pt x="155604" y="25615"/>
                  </a:cubicBezTo>
                  <a:cubicBezTo>
                    <a:pt x="155448" y="24025"/>
                    <a:pt x="155863" y="22435"/>
                    <a:pt x="154739" y="20845"/>
                  </a:cubicBezTo>
                  <a:cubicBezTo>
                    <a:pt x="154065" y="19877"/>
                    <a:pt x="153772" y="18823"/>
                    <a:pt x="152406" y="18737"/>
                  </a:cubicBezTo>
                  <a:cubicBezTo>
                    <a:pt x="152044" y="18720"/>
                    <a:pt x="151940" y="18478"/>
                    <a:pt x="151888" y="18201"/>
                  </a:cubicBezTo>
                  <a:cubicBezTo>
                    <a:pt x="151820" y="17931"/>
                    <a:pt x="151918" y="17578"/>
                    <a:pt x="152229" y="17578"/>
                  </a:cubicBezTo>
                  <a:cubicBezTo>
                    <a:pt x="152236" y="17578"/>
                    <a:pt x="152243" y="17579"/>
                    <a:pt x="152251" y="17579"/>
                  </a:cubicBezTo>
                  <a:cubicBezTo>
                    <a:pt x="152284" y="17581"/>
                    <a:pt x="152317" y="17582"/>
                    <a:pt x="152350" y="17582"/>
                  </a:cubicBezTo>
                  <a:cubicBezTo>
                    <a:pt x="153000" y="17582"/>
                    <a:pt x="153628" y="17254"/>
                    <a:pt x="154277" y="17254"/>
                  </a:cubicBezTo>
                  <a:cubicBezTo>
                    <a:pt x="154558" y="17254"/>
                    <a:pt x="154844" y="17316"/>
                    <a:pt x="155137" y="17493"/>
                  </a:cubicBezTo>
                  <a:cubicBezTo>
                    <a:pt x="155393" y="17649"/>
                    <a:pt x="155627" y="17726"/>
                    <a:pt x="155836" y="17726"/>
                  </a:cubicBezTo>
                  <a:cubicBezTo>
                    <a:pt x="156249" y="17726"/>
                    <a:pt x="156566" y="17427"/>
                    <a:pt x="156761" y="16853"/>
                  </a:cubicBezTo>
                  <a:cubicBezTo>
                    <a:pt x="157072" y="15920"/>
                    <a:pt x="157954" y="15505"/>
                    <a:pt x="158662" y="15039"/>
                  </a:cubicBezTo>
                  <a:cubicBezTo>
                    <a:pt x="158771" y="14969"/>
                    <a:pt x="158912" y="14953"/>
                    <a:pt x="159064" y="14953"/>
                  </a:cubicBezTo>
                  <a:cubicBezTo>
                    <a:pt x="159192" y="14953"/>
                    <a:pt x="159327" y="14964"/>
                    <a:pt x="159458" y="14964"/>
                  </a:cubicBezTo>
                  <a:cubicBezTo>
                    <a:pt x="159792" y="14964"/>
                    <a:pt x="160100" y="14892"/>
                    <a:pt x="160183" y="14382"/>
                  </a:cubicBezTo>
                  <a:cubicBezTo>
                    <a:pt x="160304" y="13501"/>
                    <a:pt x="159475" y="13310"/>
                    <a:pt x="158887" y="12965"/>
                  </a:cubicBezTo>
                  <a:cubicBezTo>
                    <a:pt x="158662" y="12827"/>
                    <a:pt x="158334" y="12550"/>
                    <a:pt x="158351" y="12395"/>
                  </a:cubicBezTo>
                  <a:cubicBezTo>
                    <a:pt x="158404" y="12154"/>
                    <a:pt x="158582" y="12097"/>
                    <a:pt x="158776" y="12097"/>
                  </a:cubicBezTo>
                  <a:cubicBezTo>
                    <a:pt x="158903" y="12097"/>
                    <a:pt x="159037" y="12122"/>
                    <a:pt x="159146" y="12135"/>
                  </a:cubicBezTo>
                  <a:cubicBezTo>
                    <a:pt x="160460" y="12308"/>
                    <a:pt x="161652" y="12999"/>
                    <a:pt x="163017" y="12999"/>
                  </a:cubicBezTo>
                  <a:cubicBezTo>
                    <a:pt x="163570" y="12999"/>
                    <a:pt x="163795" y="12913"/>
                    <a:pt x="164002" y="12274"/>
                  </a:cubicBezTo>
                  <a:cubicBezTo>
                    <a:pt x="164745" y="10182"/>
                    <a:pt x="163311" y="10010"/>
                    <a:pt x="161998" y="9923"/>
                  </a:cubicBezTo>
                  <a:cubicBezTo>
                    <a:pt x="160218" y="9820"/>
                    <a:pt x="158438" y="9543"/>
                    <a:pt x="156710" y="9076"/>
                  </a:cubicBezTo>
                  <a:cubicBezTo>
                    <a:pt x="153313" y="8169"/>
                    <a:pt x="149984" y="6872"/>
                    <a:pt x="146431" y="6872"/>
                  </a:cubicBezTo>
                  <a:cubicBezTo>
                    <a:pt x="145249" y="6872"/>
                    <a:pt x="144041" y="7016"/>
                    <a:pt x="142798" y="7366"/>
                  </a:cubicBezTo>
                  <a:cubicBezTo>
                    <a:pt x="142441" y="7468"/>
                    <a:pt x="142044" y="7507"/>
                    <a:pt x="141624" y="7507"/>
                  </a:cubicBezTo>
                  <a:cubicBezTo>
                    <a:pt x="140475" y="7507"/>
                    <a:pt x="139148" y="7211"/>
                    <a:pt x="137959" y="7072"/>
                  </a:cubicBezTo>
                  <a:cubicBezTo>
                    <a:pt x="135760" y="6810"/>
                    <a:pt x="133765" y="5577"/>
                    <a:pt x="131513" y="5577"/>
                  </a:cubicBezTo>
                  <a:cubicBezTo>
                    <a:pt x="131235" y="5577"/>
                    <a:pt x="130953" y="5596"/>
                    <a:pt x="130666" y="5637"/>
                  </a:cubicBezTo>
                  <a:cubicBezTo>
                    <a:pt x="130197" y="5701"/>
                    <a:pt x="129713" y="5752"/>
                    <a:pt x="129231" y="5752"/>
                  </a:cubicBezTo>
                  <a:cubicBezTo>
                    <a:pt x="128525" y="5752"/>
                    <a:pt x="127823" y="5641"/>
                    <a:pt x="127175" y="5292"/>
                  </a:cubicBezTo>
                  <a:cubicBezTo>
                    <a:pt x="124583" y="3857"/>
                    <a:pt x="121352" y="4808"/>
                    <a:pt x="118811" y="3097"/>
                  </a:cubicBezTo>
                  <a:cubicBezTo>
                    <a:pt x="118623" y="2965"/>
                    <a:pt x="118385" y="2894"/>
                    <a:pt x="118144" y="2894"/>
                  </a:cubicBezTo>
                  <a:cubicBezTo>
                    <a:pt x="117786" y="2894"/>
                    <a:pt x="117421" y="3050"/>
                    <a:pt x="117204" y="3391"/>
                  </a:cubicBezTo>
                  <a:cubicBezTo>
                    <a:pt x="116737" y="4117"/>
                    <a:pt x="117601" y="4134"/>
                    <a:pt x="117930" y="4462"/>
                  </a:cubicBezTo>
                  <a:cubicBezTo>
                    <a:pt x="118103" y="4670"/>
                    <a:pt x="118154" y="4946"/>
                    <a:pt x="118068" y="5188"/>
                  </a:cubicBezTo>
                  <a:cubicBezTo>
                    <a:pt x="117958" y="5398"/>
                    <a:pt x="116241" y="5510"/>
                    <a:pt x="114740" y="5510"/>
                  </a:cubicBezTo>
                  <a:cubicBezTo>
                    <a:pt x="113645" y="5510"/>
                    <a:pt x="112664" y="5450"/>
                    <a:pt x="112503" y="5326"/>
                  </a:cubicBezTo>
                  <a:cubicBezTo>
                    <a:pt x="111242" y="4410"/>
                    <a:pt x="109825" y="3719"/>
                    <a:pt x="108321" y="3287"/>
                  </a:cubicBezTo>
                  <a:cubicBezTo>
                    <a:pt x="108108" y="3224"/>
                    <a:pt x="107902" y="3198"/>
                    <a:pt x="107703" y="3198"/>
                  </a:cubicBezTo>
                  <a:cubicBezTo>
                    <a:pt x="106742" y="3198"/>
                    <a:pt x="105934" y="3807"/>
                    <a:pt x="105084" y="3807"/>
                  </a:cubicBezTo>
                  <a:cubicBezTo>
                    <a:pt x="105000" y="3807"/>
                    <a:pt x="104915" y="3801"/>
                    <a:pt x="104830" y="3788"/>
                  </a:cubicBezTo>
                  <a:cubicBezTo>
                    <a:pt x="102083" y="3391"/>
                    <a:pt x="99266" y="3909"/>
                    <a:pt x="96760" y="1559"/>
                  </a:cubicBezTo>
                  <a:cubicBezTo>
                    <a:pt x="95295" y="185"/>
                    <a:pt x="93272" y="50"/>
                    <a:pt x="91223" y="50"/>
                  </a:cubicBezTo>
                  <a:cubicBezTo>
                    <a:pt x="90718" y="50"/>
                    <a:pt x="90212" y="58"/>
                    <a:pt x="89713" y="58"/>
                  </a:cubicBezTo>
                  <a:cubicBezTo>
                    <a:pt x="89152" y="58"/>
                    <a:pt x="88600" y="48"/>
                    <a:pt x="88067" y="4"/>
                  </a:cubicBezTo>
                  <a:cubicBezTo>
                    <a:pt x="88037" y="2"/>
                    <a:pt x="88007" y="1"/>
                    <a:pt x="87976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10" name="Google Shape;710;p59">
              <a:extLst>
                <a:ext uri="{FF2B5EF4-FFF2-40B4-BE49-F238E27FC236}">
                  <a16:creationId xmlns:a16="http://schemas.microsoft.com/office/drawing/2014/main" id="{BB8801C1-290A-FEE5-7C3B-98708F80984E}"/>
                </a:ext>
              </a:extLst>
            </p:cNvPr>
            <p:cNvSpPr/>
            <p:nvPr/>
          </p:nvSpPr>
          <p:spPr>
            <a:xfrm>
              <a:off x="5913800" y="3523050"/>
              <a:ext cx="1109075" cy="813875"/>
            </a:xfrm>
            <a:custGeom>
              <a:avLst/>
              <a:gdLst/>
              <a:ahLst/>
              <a:cxnLst/>
              <a:rect l="l" t="t" r="r" b="b"/>
              <a:pathLst>
                <a:path w="44363" h="32555" extrusionOk="0">
                  <a:moveTo>
                    <a:pt x="28245" y="1"/>
                  </a:moveTo>
                  <a:cubicBezTo>
                    <a:pt x="27747" y="1"/>
                    <a:pt x="27602" y="373"/>
                    <a:pt x="27634" y="804"/>
                  </a:cubicBezTo>
                  <a:cubicBezTo>
                    <a:pt x="27737" y="2117"/>
                    <a:pt x="27979" y="3482"/>
                    <a:pt x="27996" y="4778"/>
                  </a:cubicBezTo>
                  <a:cubicBezTo>
                    <a:pt x="28014" y="5660"/>
                    <a:pt x="28567" y="7094"/>
                    <a:pt x="27634" y="7267"/>
                  </a:cubicBezTo>
                  <a:cubicBezTo>
                    <a:pt x="27521" y="7286"/>
                    <a:pt x="27406" y="7295"/>
                    <a:pt x="27290" y="7295"/>
                  </a:cubicBezTo>
                  <a:cubicBezTo>
                    <a:pt x="25431" y="7295"/>
                    <a:pt x="23230" y="4918"/>
                    <a:pt x="23555" y="3275"/>
                  </a:cubicBezTo>
                  <a:cubicBezTo>
                    <a:pt x="23754" y="2264"/>
                    <a:pt x="23333" y="1317"/>
                    <a:pt x="22034" y="1317"/>
                  </a:cubicBezTo>
                  <a:cubicBezTo>
                    <a:pt x="21978" y="1317"/>
                    <a:pt x="21920" y="1318"/>
                    <a:pt x="21862" y="1322"/>
                  </a:cubicBezTo>
                  <a:cubicBezTo>
                    <a:pt x="21814" y="1325"/>
                    <a:pt x="21765" y="1327"/>
                    <a:pt x="21716" y="1327"/>
                  </a:cubicBezTo>
                  <a:cubicBezTo>
                    <a:pt x="20777" y="1327"/>
                    <a:pt x="19668" y="752"/>
                    <a:pt x="18692" y="752"/>
                  </a:cubicBezTo>
                  <a:cubicBezTo>
                    <a:pt x="18107" y="752"/>
                    <a:pt x="17570" y="958"/>
                    <a:pt x="17144" y="1616"/>
                  </a:cubicBezTo>
                  <a:cubicBezTo>
                    <a:pt x="16642" y="2376"/>
                    <a:pt x="15295" y="2826"/>
                    <a:pt x="15191" y="4035"/>
                  </a:cubicBezTo>
                  <a:cubicBezTo>
                    <a:pt x="15162" y="4430"/>
                    <a:pt x="15144" y="4616"/>
                    <a:pt x="15002" y="4616"/>
                  </a:cubicBezTo>
                  <a:cubicBezTo>
                    <a:pt x="14889" y="4616"/>
                    <a:pt x="14698" y="4499"/>
                    <a:pt x="14361" y="4277"/>
                  </a:cubicBezTo>
                  <a:cubicBezTo>
                    <a:pt x="13724" y="3844"/>
                    <a:pt x="13113" y="3612"/>
                    <a:pt x="12606" y="3612"/>
                  </a:cubicBezTo>
                  <a:cubicBezTo>
                    <a:pt x="12042" y="3612"/>
                    <a:pt x="11607" y="3900"/>
                    <a:pt x="11406" y="4519"/>
                  </a:cubicBezTo>
                  <a:cubicBezTo>
                    <a:pt x="10784" y="6334"/>
                    <a:pt x="8710" y="7215"/>
                    <a:pt x="8624" y="9392"/>
                  </a:cubicBezTo>
                  <a:cubicBezTo>
                    <a:pt x="8607" y="10153"/>
                    <a:pt x="7933" y="10619"/>
                    <a:pt x="7086" y="10879"/>
                  </a:cubicBezTo>
                  <a:cubicBezTo>
                    <a:pt x="5669" y="11311"/>
                    <a:pt x="4355" y="11864"/>
                    <a:pt x="3007" y="12382"/>
                  </a:cubicBezTo>
                  <a:cubicBezTo>
                    <a:pt x="1003" y="13160"/>
                    <a:pt x="0" y="16910"/>
                    <a:pt x="1538" y="19018"/>
                  </a:cubicBezTo>
                  <a:cubicBezTo>
                    <a:pt x="2835" y="20798"/>
                    <a:pt x="3128" y="22595"/>
                    <a:pt x="3992" y="24375"/>
                  </a:cubicBezTo>
                  <a:cubicBezTo>
                    <a:pt x="4494" y="25360"/>
                    <a:pt x="4424" y="26276"/>
                    <a:pt x="3750" y="26950"/>
                  </a:cubicBezTo>
                  <a:cubicBezTo>
                    <a:pt x="3353" y="27348"/>
                    <a:pt x="3509" y="27797"/>
                    <a:pt x="4148" y="28298"/>
                  </a:cubicBezTo>
                  <a:cubicBezTo>
                    <a:pt x="5020" y="28962"/>
                    <a:pt x="5824" y="29302"/>
                    <a:pt x="6549" y="29302"/>
                  </a:cubicBezTo>
                  <a:cubicBezTo>
                    <a:pt x="7089" y="29302"/>
                    <a:pt x="7586" y="29114"/>
                    <a:pt x="8036" y="28730"/>
                  </a:cubicBezTo>
                  <a:cubicBezTo>
                    <a:pt x="8740" y="28095"/>
                    <a:pt x="9643" y="27747"/>
                    <a:pt x="10576" y="27747"/>
                  </a:cubicBezTo>
                  <a:cubicBezTo>
                    <a:pt x="10811" y="27747"/>
                    <a:pt x="11049" y="27769"/>
                    <a:pt x="11285" y="27814"/>
                  </a:cubicBezTo>
                  <a:cubicBezTo>
                    <a:pt x="11420" y="27836"/>
                    <a:pt x="11551" y="27846"/>
                    <a:pt x="11676" y="27846"/>
                  </a:cubicBezTo>
                  <a:cubicBezTo>
                    <a:pt x="12065" y="27846"/>
                    <a:pt x="12402" y="27743"/>
                    <a:pt x="12650" y="27521"/>
                  </a:cubicBezTo>
                  <a:cubicBezTo>
                    <a:pt x="14551" y="25793"/>
                    <a:pt x="17368" y="25343"/>
                    <a:pt x="20047" y="24790"/>
                  </a:cubicBezTo>
                  <a:cubicBezTo>
                    <a:pt x="20247" y="24746"/>
                    <a:pt x="20464" y="24721"/>
                    <a:pt x="20691" y="24721"/>
                  </a:cubicBezTo>
                  <a:cubicBezTo>
                    <a:pt x="21623" y="24721"/>
                    <a:pt x="22712" y="25150"/>
                    <a:pt x="23365" y="26484"/>
                  </a:cubicBezTo>
                  <a:cubicBezTo>
                    <a:pt x="23667" y="27105"/>
                    <a:pt x="23855" y="28198"/>
                    <a:pt x="25083" y="28198"/>
                  </a:cubicBezTo>
                  <a:cubicBezTo>
                    <a:pt x="25120" y="28198"/>
                    <a:pt x="25158" y="28197"/>
                    <a:pt x="25197" y="28195"/>
                  </a:cubicBezTo>
                  <a:cubicBezTo>
                    <a:pt x="25345" y="28183"/>
                    <a:pt x="25455" y="28022"/>
                    <a:pt x="25593" y="28022"/>
                  </a:cubicBezTo>
                  <a:cubicBezTo>
                    <a:pt x="25664" y="28022"/>
                    <a:pt x="25742" y="28065"/>
                    <a:pt x="25836" y="28195"/>
                  </a:cubicBezTo>
                  <a:cubicBezTo>
                    <a:pt x="25923" y="28298"/>
                    <a:pt x="25767" y="28592"/>
                    <a:pt x="25612" y="28713"/>
                  </a:cubicBezTo>
                  <a:cubicBezTo>
                    <a:pt x="25318" y="28938"/>
                    <a:pt x="24903" y="29128"/>
                    <a:pt x="25283" y="29646"/>
                  </a:cubicBezTo>
                  <a:cubicBezTo>
                    <a:pt x="25508" y="29871"/>
                    <a:pt x="25802" y="30026"/>
                    <a:pt x="26113" y="30078"/>
                  </a:cubicBezTo>
                  <a:cubicBezTo>
                    <a:pt x="26172" y="30086"/>
                    <a:pt x="26229" y="30090"/>
                    <a:pt x="26283" y="30090"/>
                  </a:cubicBezTo>
                  <a:cubicBezTo>
                    <a:pt x="26710" y="30090"/>
                    <a:pt x="27006" y="29856"/>
                    <a:pt x="27098" y="29473"/>
                  </a:cubicBezTo>
                  <a:cubicBezTo>
                    <a:pt x="27115" y="29335"/>
                    <a:pt x="27098" y="29197"/>
                    <a:pt x="27029" y="29076"/>
                  </a:cubicBezTo>
                  <a:cubicBezTo>
                    <a:pt x="26976" y="28903"/>
                    <a:pt x="26992" y="28848"/>
                    <a:pt x="27041" y="28848"/>
                  </a:cubicBezTo>
                  <a:cubicBezTo>
                    <a:pt x="27105" y="28848"/>
                    <a:pt x="27225" y="28941"/>
                    <a:pt x="27322" y="28990"/>
                  </a:cubicBezTo>
                  <a:cubicBezTo>
                    <a:pt x="27824" y="29266"/>
                    <a:pt x="28463" y="29473"/>
                    <a:pt x="28169" y="30113"/>
                  </a:cubicBezTo>
                  <a:cubicBezTo>
                    <a:pt x="27945" y="30597"/>
                    <a:pt x="28117" y="31029"/>
                    <a:pt x="28809" y="31461"/>
                  </a:cubicBezTo>
                  <a:cubicBezTo>
                    <a:pt x="30199" y="32318"/>
                    <a:pt x="31628" y="32554"/>
                    <a:pt x="32898" y="32554"/>
                  </a:cubicBezTo>
                  <a:cubicBezTo>
                    <a:pt x="33522" y="32554"/>
                    <a:pt x="34108" y="32497"/>
                    <a:pt x="34633" y="32429"/>
                  </a:cubicBezTo>
                  <a:cubicBezTo>
                    <a:pt x="36672" y="32135"/>
                    <a:pt x="39299" y="31824"/>
                    <a:pt x="39299" y="29145"/>
                  </a:cubicBezTo>
                  <a:cubicBezTo>
                    <a:pt x="39299" y="28938"/>
                    <a:pt x="39541" y="28799"/>
                    <a:pt x="39592" y="28575"/>
                  </a:cubicBezTo>
                  <a:cubicBezTo>
                    <a:pt x="40024" y="26968"/>
                    <a:pt x="41804" y="26363"/>
                    <a:pt x="42496" y="24998"/>
                  </a:cubicBezTo>
                  <a:cubicBezTo>
                    <a:pt x="44224" y="21559"/>
                    <a:pt x="44362" y="17722"/>
                    <a:pt x="40232" y="13661"/>
                  </a:cubicBezTo>
                  <a:cubicBezTo>
                    <a:pt x="38953" y="12399"/>
                    <a:pt x="38037" y="10671"/>
                    <a:pt x="36309" y="9859"/>
                  </a:cubicBezTo>
                  <a:cubicBezTo>
                    <a:pt x="34494" y="9012"/>
                    <a:pt x="34080" y="7716"/>
                    <a:pt x="33509" y="6472"/>
                  </a:cubicBezTo>
                  <a:cubicBezTo>
                    <a:pt x="33388" y="5608"/>
                    <a:pt x="33008" y="4761"/>
                    <a:pt x="32213" y="4346"/>
                  </a:cubicBezTo>
                  <a:cubicBezTo>
                    <a:pt x="30658" y="3465"/>
                    <a:pt x="30278" y="2100"/>
                    <a:pt x="29414" y="942"/>
                  </a:cubicBezTo>
                  <a:cubicBezTo>
                    <a:pt x="29120" y="544"/>
                    <a:pt x="28947" y="78"/>
                    <a:pt x="28377" y="9"/>
                  </a:cubicBezTo>
                  <a:cubicBezTo>
                    <a:pt x="28330" y="3"/>
                    <a:pt x="28287" y="1"/>
                    <a:pt x="28245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11" name="Google Shape;711;p59">
              <a:extLst>
                <a:ext uri="{FF2B5EF4-FFF2-40B4-BE49-F238E27FC236}">
                  <a16:creationId xmlns:a16="http://schemas.microsoft.com/office/drawing/2014/main" id="{1112CD94-E464-DAF1-0505-2CF489AA7D3E}"/>
                </a:ext>
              </a:extLst>
            </p:cNvPr>
            <p:cNvSpPr/>
            <p:nvPr/>
          </p:nvSpPr>
          <p:spPr>
            <a:xfrm>
              <a:off x="6442175" y="3238700"/>
              <a:ext cx="571625" cy="311800"/>
            </a:xfrm>
            <a:custGeom>
              <a:avLst/>
              <a:gdLst/>
              <a:ahLst/>
              <a:cxnLst/>
              <a:rect l="l" t="t" r="r" b="b"/>
              <a:pathLst>
                <a:path w="22865" h="12472" extrusionOk="0">
                  <a:moveTo>
                    <a:pt x="3070" y="1"/>
                  </a:moveTo>
                  <a:cubicBezTo>
                    <a:pt x="2939" y="1"/>
                    <a:pt x="2792" y="15"/>
                    <a:pt x="2627" y="46"/>
                  </a:cubicBezTo>
                  <a:cubicBezTo>
                    <a:pt x="1833" y="202"/>
                    <a:pt x="830" y="29"/>
                    <a:pt x="415" y="927"/>
                  </a:cubicBezTo>
                  <a:cubicBezTo>
                    <a:pt x="1" y="1826"/>
                    <a:pt x="934" y="1861"/>
                    <a:pt x="1400" y="2189"/>
                  </a:cubicBezTo>
                  <a:cubicBezTo>
                    <a:pt x="1504" y="2258"/>
                    <a:pt x="1366" y="2569"/>
                    <a:pt x="1435" y="2742"/>
                  </a:cubicBezTo>
                  <a:cubicBezTo>
                    <a:pt x="1757" y="3623"/>
                    <a:pt x="1963" y="4886"/>
                    <a:pt x="3062" y="4886"/>
                  </a:cubicBezTo>
                  <a:cubicBezTo>
                    <a:pt x="3084" y="4886"/>
                    <a:pt x="3106" y="4886"/>
                    <a:pt x="3129" y="4885"/>
                  </a:cubicBezTo>
                  <a:cubicBezTo>
                    <a:pt x="3207" y="4880"/>
                    <a:pt x="3284" y="4878"/>
                    <a:pt x="3360" y="4878"/>
                  </a:cubicBezTo>
                  <a:cubicBezTo>
                    <a:pt x="4698" y="4878"/>
                    <a:pt x="5731" y="5570"/>
                    <a:pt x="6810" y="6077"/>
                  </a:cubicBezTo>
                  <a:cubicBezTo>
                    <a:pt x="7328" y="6319"/>
                    <a:pt x="8019" y="7322"/>
                    <a:pt x="7207" y="8203"/>
                  </a:cubicBezTo>
                  <a:cubicBezTo>
                    <a:pt x="6913" y="8531"/>
                    <a:pt x="6948" y="8911"/>
                    <a:pt x="7121" y="9292"/>
                  </a:cubicBezTo>
                  <a:cubicBezTo>
                    <a:pt x="7274" y="9613"/>
                    <a:pt x="7597" y="9810"/>
                    <a:pt x="7934" y="9810"/>
                  </a:cubicBezTo>
                  <a:cubicBezTo>
                    <a:pt x="8014" y="9810"/>
                    <a:pt x="8095" y="9799"/>
                    <a:pt x="8175" y="9775"/>
                  </a:cubicBezTo>
                  <a:cubicBezTo>
                    <a:pt x="8275" y="9755"/>
                    <a:pt x="8368" y="9745"/>
                    <a:pt x="8457" y="9745"/>
                  </a:cubicBezTo>
                  <a:cubicBezTo>
                    <a:pt x="8811" y="9745"/>
                    <a:pt x="9087" y="9900"/>
                    <a:pt x="9419" y="10121"/>
                  </a:cubicBezTo>
                  <a:cubicBezTo>
                    <a:pt x="10079" y="10569"/>
                    <a:pt x="10930" y="10787"/>
                    <a:pt x="11688" y="10787"/>
                  </a:cubicBezTo>
                  <a:cubicBezTo>
                    <a:pt x="12538" y="10787"/>
                    <a:pt x="13270" y="10513"/>
                    <a:pt x="13480" y="9983"/>
                  </a:cubicBezTo>
                  <a:cubicBezTo>
                    <a:pt x="13648" y="9563"/>
                    <a:pt x="13555" y="9014"/>
                    <a:pt x="14230" y="9014"/>
                  </a:cubicBezTo>
                  <a:cubicBezTo>
                    <a:pt x="14250" y="9014"/>
                    <a:pt x="14271" y="9014"/>
                    <a:pt x="14293" y="9015"/>
                  </a:cubicBezTo>
                  <a:cubicBezTo>
                    <a:pt x="15036" y="9050"/>
                    <a:pt x="15381" y="9516"/>
                    <a:pt x="15450" y="10138"/>
                  </a:cubicBezTo>
                  <a:cubicBezTo>
                    <a:pt x="15640" y="11486"/>
                    <a:pt x="16522" y="11953"/>
                    <a:pt x="17697" y="11988"/>
                  </a:cubicBezTo>
                  <a:cubicBezTo>
                    <a:pt x="18224" y="11988"/>
                    <a:pt x="18870" y="12472"/>
                    <a:pt x="19366" y="12472"/>
                  </a:cubicBezTo>
                  <a:cubicBezTo>
                    <a:pt x="19602" y="12472"/>
                    <a:pt x="19804" y="12362"/>
                    <a:pt x="19944" y="12039"/>
                  </a:cubicBezTo>
                  <a:cubicBezTo>
                    <a:pt x="20289" y="11210"/>
                    <a:pt x="19287" y="10398"/>
                    <a:pt x="18596" y="9758"/>
                  </a:cubicBezTo>
                  <a:cubicBezTo>
                    <a:pt x="18164" y="9361"/>
                    <a:pt x="17420" y="8825"/>
                    <a:pt x="17749" y="8272"/>
                  </a:cubicBezTo>
                  <a:cubicBezTo>
                    <a:pt x="17984" y="7884"/>
                    <a:pt x="18253" y="7197"/>
                    <a:pt x="18937" y="7197"/>
                  </a:cubicBezTo>
                  <a:cubicBezTo>
                    <a:pt x="19107" y="7197"/>
                    <a:pt x="19302" y="7239"/>
                    <a:pt x="19529" y="7339"/>
                  </a:cubicBezTo>
                  <a:cubicBezTo>
                    <a:pt x="19732" y="7429"/>
                    <a:pt x="19935" y="7468"/>
                    <a:pt x="20135" y="7468"/>
                  </a:cubicBezTo>
                  <a:cubicBezTo>
                    <a:pt x="20854" y="7468"/>
                    <a:pt x="21544" y="6970"/>
                    <a:pt x="22138" y="6578"/>
                  </a:cubicBezTo>
                  <a:cubicBezTo>
                    <a:pt x="22795" y="6146"/>
                    <a:pt x="22864" y="5248"/>
                    <a:pt x="22311" y="4643"/>
                  </a:cubicBezTo>
                  <a:cubicBezTo>
                    <a:pt x="22115" y="4425"/>
                    <a:pt x="21948" y="4340"/>
                    <a:pt x="21799" y="4340"/>
                  </a:cubicBezTo>
                  <a:cubicBezTo>
                    <a:pt x="21465" y="4340"/>
                    <a:pt x="21227" y="4774"/>
                    <a:pt x="20963" y="5110"/>
                  </a:cubicBezTo>
                  <a:cubicBezTo>
                    <a:pt x="20756" y="5334"/>
                    <a:pt x="20479" y="5472"/>
                    <a:pt x="20168" y="5507"/>
                  </a:cubicBezTo>
                  <a:cubicBezTo>
                    <a:pt x="20112" y="5512"/>
                    <a:pt x="20051" y="5514"/>
                    <a:pt x="19986" y="5514"/>
                  </a:cubicBezTo>
                  <a:cubicBezTo>
                    <a:pt x="18639" y="5514"/>
                    <a:pt x="15548" y="4518"/>
                    <a:pt x="14344" y="3727"/>
                  </a:cubicBezTo>
                  <a:cubicBezTo>
                    <a:pt x="13999" y="3485"/>
                    <a:pt x="13636" y="3295"/>
                    <a:pt x="13238" y="3139"/>
                  </a:cubicBezTo>
                  <a:cubicBezTo>
                    <a:pt x="11925" y="2690"/>
                    <a:pt x="10473" y="2465"/>
                    <a:pt x="9298" y="1774"/>
                  </a:cubicBezTo>
                  <a:cubicBezTo>
                    <a:pt x="8770" y="1458"/>
                    <a:pt x="8301" y="1322"/>
                    <a:pt x="7877" y="1322"/>
                  </a:cubicBezTo>
                  <a:cubicBezTo>
                    <a:pt x="7093" y="1322"/>
                    <a:pt x="6459" y="1787"/>
                    <a:pt x="5876" y="2448"/>
                  </a:cubicBezTo>
                  <a:cubicBezTo>
                    <a:pt x="5497" y="2886"/>
                    <a:pt x="5240" y="3062"/>
                    <a:pt x="5050" y="3062"/>
                  </a:cubicBezTo>
                  <a:cubicBezTo>
                    <a:pt x="4739" y="3062"/>
                    <a:pt x="4614" y="2586"/>
                    <a:pt x="4442" y="2016"/>
                  </a:cubicBezTo>
                  <a:cubicBezTo>
                    <a:pt x="4193" y="1191"/>
                    <a:pt x="4266" y="1"/>
                    <a:pt x="307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12" name="Google Shape;712;p59">
              <a:extLst>
                <a:ext uri="{FF2B5EF4-FFF2-40B4-BE49-F238E27FC236}">
                  <a16:creationId xmlns:a16="http://schemas.microsoft.com/office/drawing/2014/main" id="{CEEB420E-9B9A-12D2-1EF5-CE1328652308}"/>
                </a:ext>
              </a:extLst>
            </p:cNvPr>
            <p:cNvSpPr/>
            <p:nvPr/>
          </p:nvSpPr>
          <p:spPr>
            <a:xfrm>
              <a:off x="5898675" y="3029225"/>
              <a:ext cx="282150" cy="318450"/>
            </a:xfrm>
            <a:custGeom>
              <a:avLst/>
              <a:gdLst/>
              <a:ahLst/>
              <a:cxnLst/>
              <a:rect l="l" t="t" r="r" b="b"/>
              <a:pathLst>
                <a:path w="11286" h="12738" extrusionOk="0">
                  <a:moveTo>
                    <a:pt x="8163" y="0"/>
                  </a:moveTo>
                  <a:cubicBezTo>
                    <a:pt x="7646" y="0"/>
                    <a:pt x="7307" y="634"/>
                    <a:pt x="7121" y="1115"/>
                  </a:cubicBezTo>
                  <a:cubicBezTo>
                    <a:pt x="6498" y="2618"/>
                    <a:pt x="5081" y="3362"/>
                    <a:pt x="4027" y="4450"/>
                  </a:cubicBezTo>
                  <a:cubicBezTo>
                    <a:pt x="3562" y="4916"/>
                    <a:pt x="2753" y="5709"/>
                    <a:pt x="2170" y="5709"/>
                  </a:cubicBezTo>
                  <a:cubicBezTo>
                    <a:pt x="2125" y="5709"/>
                    <a:pt x="2082" y="5704"/>
                    <a:pt x="2040" y="5695"/>
                  </a:cubicBezTo>
                  <a:cubicBezTo>
                    <a:pt x="1767" y="5631"/>
                    <a:pt x="1536" y="5602"/>
                    <a:pt x="1339" y="5602"/>
                  </a:cubicBezTo>
                  <a:cubicBezTo>
                    <a:pt x="150" y="5602"/>
                    <a:pt x="215" y="6659"/>
                    <a:pt x="52" y="7475"/>
                  </a:cubicBezTo>
                  <a:cubicBezTo>
                    <a:pt x="1" y="9410"/>
                    <a:pt x="1625" y="11518"/>
                    <a:pt x="3267" y="12123"/>
                  </a:cubicBezTo>
                  <a:cubicBezTo>
                    <a:pt x="3638" y="12262"/>
                    <a:pt x="4019" y="12277"/>
                    <a:pt x="4389" y="12277"/>
                  </a:cubicBezTo>
                  <a:cubicBezTo>
                    <a:pt x="4488" y="12277"/>
                    <a:pt x="4586" y="12276"/>
                    <a:pt x="4683" y="12276"/>
                  </a:cubicBezTo>
                  <a:cubicBezTo>
                    <a:pt x="5034" y="12276"/>
                    <a:pt x="5369" y="12290"/>
                    <a:pt x="5669" y="12417"/>
                  </a:cubicBezTo>
                  <a:cubicBezTo>
                    <a:pt x="6156" y="12630"/>
                    <a:pt x="6559" y="12738"/>
                    <a:pt x="6895" y="12738"/>
                  </a:cubicBezTo>
                  <a:cubicBezTo>
                    <a:pt x="7678" y="12738"/>
                    <a:pt x="8093" y="12148"/>
                    <a:pt x="8348" y="10914"/>
                  </a:cubicBezTo>
                  <a:cubicBezTo>
                    <a:pt x="8572" y="9773"/>
                    <a:pt x="9073" y="8235"/>
                    <a:pt x="9937" y="7786"/>
                  </a:cubicBezTo>
                  <a:cubicBezTo>
                    <a:pt x="11268" y="7094"/>
                    <a:pt x="10577" y="6697"/>
                    <a:pt x="10231" y="6023"/>
                  </a:cubicBezTo>
                  <a:cubicBezTo>
                    <a:pt x="9782" y="5124"/>
                    <a:pt x="8797" y="4278"/>
                    <a:pt x="10058" y="3189"/>
                  </a:cubicBezTo>
                  <a:cubicBezTo>
                    <a:pt x="10404" y="2895"/>
                    <a:pt x="11285" y="2618"/>
                    <a:pt x="10853" y="1945"/>
                  </a:cubicBezTo>
                  <a:cubicBezTo>
                    <a:pt x="10266" y="1063"/>
                    <a:pt x="9402" y="286"/>
                    <a:pt x="8348" y="26"/>
                  </a:cubicBezTo>
                  <a:cubicBezTo>
                    <a:pt x="8284" y="9"/>
                    <a:pt x="8222" y="0"/>
                    <a:pt x="8163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13" name="Google Shape;713;p59">
              <a:extLst>
                <a:ext uri="{FF2B5EF4-FFF2-40B4-BE49-F238E27FC236}">
                  <a16:creationId xmlns:a16="http://schemas.microsoft.com/office/drawing/2014/main" id="{3297A740-307A-769E-A216-982181AF68EB}"/>
                </a:ext>
              </a:extLst>
            </p:cNvPr>
            <p:cNvSpPr/>
            <p:nvPr/>
          </p:nvSpPr>
          <p:spPr>
            <a:xfrm>
              <a:off x="5544400" y="3065225"/>
              <a:ext cx="541800" cy="430700"/>
            </a:xfrm>
            <a:custGeom>
              <a:avLst/>
              <a:gdLst/>
              <a:ahLst/>
              <a:cxnLst/>
              <a:rect l="l" t="t" r="r" b="b"/>
              <a:pathLst>
                <a:path w="21672" h="17228" extrusionOk="0">
                  <a:moveTo>
                    <a:pt x="7484" y="4583"/>
                  </a:moveTo>
                  <a:lnTo>
                    <a:pt x="7484" y="4583"/>
                  </a:lnTo>
                  <a:cubicBezTo>
                    <a:pt x="7486" y="4586"/>
                    <a:pt x="7488" y="4589"/>
                    <a:pt x="7491" y="4592"/>
                  </a:cubicBezTo>
                  <a:lnTo>
                    <a:pt x="7491" y="4592"/>
                  </a:lnTo>
                  <a:cubicBezTo>
                    <a:pt x="7494" y="4595"/>
                    <a:pt x="7498" y="4597"/>
                    <a:pt x="7501" y="4600"/>
                  </a:cubicBezTo>
                  <a:lnTo>
                    <a:pt x="7484" y="4583"/>
                  </a:lnTo>
                  <a:close/>
                  <a:moveTo>
                    <a:pt x="1210" y="0"/>
                  </a:moveTo>
                  <a:cubicBezTo>
                    <a:pt x="910" y="0"/>
                    <a:pt x="646" y="84"/>
                    <a:pt x="415" y="314"/>
                  </a:cubicBezTo>
                  <a:cubicBezTo>
                    <a:pt x="1" y="712"/>
                    <a:pt x="260" y="1127"/>
                    <a:pt x="571" y="1403"/>
                  </a:cubicBezTo>
                  <a:cubicBezTo>
                    <a:pt x="1833" y="2561"/>
                    <a:pt x="2939" y="3874"/>
                    <a:pt x="3872" y="5309"/>
                  </a:cubicBezTo>
                  <a:cubicBezTo>
                    <a:pt x="5894" y="8264"/>
                    <a:pt x="6948" y="12014"/>
                    <a:pt x="10663" y="13552"/>
                  </a:cubicBezTo>
                  <a:cubicBezTo>
                    <a:pt x="10715" y="13587"/>
                    <a:pt x="10733" y="13656"/>
                    <a:pt x="10733" y="13725"/>
                  </a:cubicBezTo>
                  <a:cubicBezTo>
                    <a:pt x="10007" y="15522"/>
                    <a:pt x="11579" y="15401"/>
                    <a:pt x="12478" y="15660"/>
                  </a:cubicBezTo>
                  <a:cubicBezTo>
                    <a:pt x="14932" y="16334"/>
                    <a:pt x="17420" y="16801"/>
                    <a:pt x="19961" y="17043"/>
                  </a:cubicBezTo>
                  <a:cubicBezTo>
                    <a:pt x="20276" y="17079"/>
                    <a:pt x="20618" y="17227"/>
                    <a:pt x="20904" y="17227"/>
                  </a:cubicBezTo>
                  <a:cubicBezTo>
                    <a:pt x="21167" y="17227"/>
                    <a:pt x="21382" y="17101"/>
                    <a:pt x="21482" y="16645"/>
                  </a:cubicBezTo>
                  <a:cubicBezTo>
                    <a:pt x="21672" y="15816"/>
                    <a:pt x="20842" y="15626"/>
                    <a:pt x="20306" y="15280"/>
                  </a:cubicBezTo>
                  <a:cubicBezTo>
                    <a:pt x="18129" y="13932"/>
                    <a:pt x="15502" y="14347"/>
                    <a:pt x="13204" y="13448"/>
                  </a:cubicBezTo>
                  <a:cubicBezTo>
                    <a:pt x="13103" y="13410"/>
                    <a:pt x="12986" y="13400"/>
                    <a:pt x="12863" y="13400"/>
                  </a:cubicBezTo>
                  <a:cubicBezTo>
                    <a:pt x="12726" y="13400"/>
                    <a:pt x="12582" y="13412"/>
                    <a:pt x="12448" y="13412"/>
                  </a:cubicBezTo>
                  <a:cubicBezTo>
                    <a:pt x="12162" y="13412"/>
                    <a:pt x="11919" y="13355"/>
                    <a:pt x="11873" y="12999"/>
                  </a:cubicBezTo>
                  <a:cubicBezTo>
                    <a:pt x="11769" y="12221"/>
                    <a:pt x="11614" y="11288"/>
                    <a:pt x="12409" y="10666"/>
                  </a:cubicBezTo>
                  <a:cubicBezTo>
                    <a:pt x="12979" y="10199"/>
                    <a:pt x="12806" y="9836"/>
                    <a:pt x="12478" y="9249"/>
                  </a:cubicBezTo>
                  <a:cubicBezTo>
                    <a:pt x="11908" y="8195"/>
                    <a:pt x="10352" y="8558"/>
                    <a:pt x="10076" y="7849"/>
                  </a:cubicBezTo>
                  <a:cubicBezTo>
                    <a:pt x="9542" y="6419"/>
                    <a:pt x="8354" y="5659"/>
                    <a:pt x="7491" y="4592"/>
                  </a:cubicBezTo>
                  <a:lnTo>
                    <a:pt x="7491" y="4592"/>
                  </a:lnTo>
                  <a:cubicBezTo>
                    <a:pt x="6993" y="4179"/>
                    <a:pt x="6512" y="3733"/>
                    <a:pt x="5980" y="3339"/>
                  </a:cubicBezTo>
                  <a:cubicBezTo>
                    <a:pt x="4563" y="2285"/>
                    <a:pt x="3682" y="522"/>
                    <a:pt x="1763" y="72"/>
                  </a:cubicBezTo>
                  <a:cubicBezTo>
                    <a:pt x="1567" y="28"/>
                    <a:pt x="1383" y="0"/>
                    <a:pt x="121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14" name="Google Shape;714;p59">
              <a:extLst>
                <a:ext uri="{FF2B5EF4-FFF2-40B4-BE49-F238E27FC236}">
                  <a16:creationId xmlns:a16="http://schemas.microsoft.com/office/drawing/2014/main" id="{C938BECF-1205-760F-BAE9-DFF2F1040971}"/>
                </a:ext>
              </a:extLst>
            </p:cNvPr>
            <p:cNvSpPr/>
            <p:nvPr/>
          </p:nvSpPr>
          <p:spPr>
            <a:xfrm>
              <a:off x="4388700" y="3530600"/>
              <a:ext cx="227275" cy="395425"/>
            </a:xfrm>
            <a:custGeom>
              <a:avLst/>
              <a:gdLst/>
              <a:ahLst/>
              <a:cxnLst/>
              <a:rect l="l" t="t" r="r" b="b"/>
              <a:pathLst>
                <a:path w="9091" h="15817" extrusionOk="0">
                  <a:moveTo>
                    <a:pt x="7622" y="0"/>
                  </a:moveTo>
                  <a:cubicBezTo>
                    <a:pt x="7155" y="0"/>
                    <a:pt x="6965" y="363"/>
                    <a:pt x="6740" y="761"/>
                  </a:cubicBezTo>
                  <a:cubicBezTo>
                    <a:pt x="5963" y="2212"/>
                    <a:pt x="5323" y="3802"/>
                    <a:pt x="3405" y="4200"/>
                  </a:cubicBezTo>
                  <a:cubicBezTo>
                    <a:pt x="2645" y="4338"/>
                    <a:pt x="2247" y="4891"/>
                    <a:pt x="2109" y="5738"/>
                  </a:cubicBezTo>
                  <a:cubicBezTo>
                    <a:pt x="1781" y="7587"/>
                    <a:pt x="1971" y="9471"/>
                    <a:pt x="917" y="11285"/>
                  </a:cubicBezTo>
                  <a:cubicBezTo>
                    <a:pt x="1" y="12910"/>
                    <a:pt x="1660" y="15813"/>
                    <a:pt x="3077" y="15813"/>
                  </a:cubicBezTo>
                  <a:cubicBezTo>
                    <a:pt x="3125" y="15815"/>
                    <a:pt x="3172" y="15816"/>
                    <a:pt x="3219" y="15816"/>
                  </a:cubicBezTo>
                  <a:cubicBezTo>
                    <a:pt x="4640" y="15816"/>
                    <a:pt x="5279" y="14808"/>
                    <a:pt x="5496" y="13670"/>
                  </a:cubicBezTo>
                  <a:cubicBezTo>
                    <a:pt x="6049" y="11095"/>
                    <a:pt x="7034" y="8676"/>
                    <a:pt x="8002" y="6256"/>
                  </a:cubicBezTo>
                  <a:cubicBezTo>
                    <a:pt x="8745" y="4373"/>
                    <a:pt x="9091" y="2645"/>
                    <a:pt x="8192" y="778"/>
                  </a:cubicBezTo>
                  <a:cubicBezTo>
                    <a:pt x="8054" y="467"/>
                    <a:pt x="8106" y="18"/>
                    <a:pt x="7622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15" name="Google Shape;715;p59">
              <a:extLst>
                <a:ext uri="{FF2B5EF4-FFF2-40B4-BE49-F238E27FC236}">
                  <a16:creationId xmlns:a16="http://schemas.microsoft.com/office/drawing/2014/main" id="{544541FF-30D9-FA04-3381-DC10D2FF9433}"/>
                </a:ext>
              </a:extLst>
            </p:cNvPr>
            <p:cNvSpPr/>
            <p:nvPr/>
          </p:nvSpPr>
          <p:spPr>
            <a:xfrm>
              <a:off x="6438300" y="1893850"/>
              <a:ext cx="267450" cy="418275"/>
            </a:xfrm>
            <a:custGeom>
              <a:avLst/>
              <a:gdLst/>
              <a:ahLst/>
              <a:cxnLst/>
              <a:rect l="l" t="t" r="r" b="b"/>
              <a:pathLst>
                <a:path w="10698" h="16731" extrusionOk="0">
                  <a:moveTo>
                    <a:pt x="4909" y="1"/>
                  </a:moveTo>
                  <a:cubicBezTo>
                    <a:pt x="4667" y="1"/>
                    <a:pt x="4504" y="61"/>
                    <a:pt x="4562" y="216"/>
                  </a:cubicBezTo>
                  <a:cubicBezTo>
                    <a:pt x="5064" y="1633"/>
                    <a:pt x="3992" y="3465"/>
                    <a:pt x="5444" y="4502"/>
                  </a:cubicBezTo>
                  <a:cubicBezTo>
                    <a:pt x="6654" y="5366"/>
                    <a:pt x="6515" y="6627"/>
                    <a:pt x="6913" y="7647"/>
                  </a:cubicBezTo>
                  <a:cubicBezTo>
                    <a:pt x="6804" y="8207"/>
                    <a:pt x="6835" y="9062"/>
                    <a:pt x="6426" y="9062"/>
                  </a:cubicBezTo>
                  <a:cubicBezTo>
                    <a:pt x="6380" y="9062"/>
                    <a:pt x="6330" y="9052"/>
                    <a:pt x="6273" y="9029"/>
                  </a:cubicBezTo>
                  <a:cubicBezTo>
                    <a:pt x="6019" y="8928"/>
                    <a:pt x="5817" y="8884"/>
                    <a:pt x="5657" y="8884"/>
                  </a:cubicBezTo>
                  <a:cubicBezTo>
                    <a:pt x="5131" y="8884"/>
                    <a:pt x="5047" y="9360"/>
                    <a:pt x="4995" y="9876"/>
                  </a:cubicBezTo>
                  <a:cubicBezTo>
                    <a:pt x="4925" y="10533"/>
                    <a:pt x="4614" y="10757"/>
                    <a:pt x="4044" y="10896"/>
                  </a:cubicBezTo>
                  <a:cubicBezTo>
                    <a:pt x="726" y="11673"/>
                    <a:pt x="0" y="13229"/>
                    <a:pt x="1659" y="16028"/>
                  </a:cubicBezTo>
                  <a:cubicBezTo>
                    <a:pt x="1834" y="16314"/>
                    <a:pt x="1935" y="16730"/>
                    <a:pt x="2351" y="16730"/>
                  </a:cubicBezTo>
                  <a:cubicBezTo>
                    <a:pt x="2389" y="16730"/>
                    <a:pt x="2429" y="16727"/>
                    <a:pt x="2471" y="16720"/>
                  </a:cubicBezTo>
                  <a:cubicBezTo>
                    <a:pt x="3007" y="16633"/>
                    <a:pt x="3197" y="16236"/>
                    <a:pt x="3301" y="15752"/>
                  </a:cubicBezTo>
                  <a:cubicBezTo>
                    <a:pt x="3405" y="15251"/>
                    <a:pt x="3301" y="14784"/>
                    <a:pt x="4009" y="14542"/>
                  </a:cubicBezTo>
                  <a:cubicBezTo>
                    <a:pt x="5651" y="13955"/>
                    <a:pt x="7241" y="13194"/>
                    <a:pt x="8866" y="12555"/>
                  </a:cubicBezTo>
                  <a:cubicBezTo>
                    <a:pt x="9298" y="12399"/>
                    <a:pt x="9643" y="12261"/>
                    <a:pt x="9799" y="11829"/>
                  </a:cubicBezTo>
                  <a:cubicBezTo>
                    <a:pt x="10300" y="10308"/>
                    <a:pt x="8866" y="5746"/>
                    <a:pt x="7604" y="4709"/>
                  </a:cubicBezTo>
                  <a:cubicBezTo>
                    <a:pt x="7397" y="4536"/>
                    <a:pt x="6809" y="4571"/>
                    <a:pt x="7016" y="4139"/>
                  </a:cubicBezTo>
                  <a:cubicBezTo>
                    <a:pt x="7082" y="4008"/>
                    <a:pt x="7166" y="3963"/>
                    <a:pt x="7262" y="3963"/>
                  </a:cubicBezTo>
                  <a:cubicBezTo>
                    <a:pt x="7468" y="3963"/>
                    <a:pt x="7725" y="4173"/>
                    <a:pt x="7950" y="4173"/>
                  </a:cubicBezTo>
                  <a:cubicBezTo>
                    <a:pt x="7979" y="4174"/>
                    <a:pt x="8009" y="4175"/>
                    <a:pt x="8039" y="4175"/>
                  </a:cubicBezTo>
                  <a:cubicBezTo>
                    <a:pt x="9008" y="4175"/>
                    <a:pt x="9913" y="3634"/>
                    <a:pt x="10265" y="2946"/>
                  </a:cubicBezTo>
                  <a:cubicBezTo>
                    <a:pt x="10697" y="2117"/>
                    <a:pt x="9695" y="1667"/>
                    <a:pt x="8987" y="1581"/>
                  </a:cubicBezTo>
                  <a:cubicBezTo>
                    <a:pt x="7811" y="1443"/>
                    <a:pt x="6930" y="786"/>
                    <a:pt x="5962" y="250"/>
                  </a:cubicBezTo>
                  <a:cubicBezTo>
                    <a:pt x="5704" y="111"/>
                    <a:pt x="5235" y="1"/>
                    <a:pt x="4909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16" name="Google Shape;716;p59">
              <a:extLst>
                <a:ext uri="{FF2B5EF4-FFF2-40B4-BE49-F238E27FC236}">
                  <a16:creationId xmlns:a16="http://schemas.microsoft.com/office/drawing/2014/main" id="{22F4EDEF-511E-6F14-03DA-9C763ABB9F7C}"/>
                </a:ext>
              </a:extLst>
            </p:cNvPr>
            <p:cNvSpPr/>
            <p:nvPr/>
          </p:nvSpPr>
          <p:spPr>
            <a:xfrm>
              <a:off x="6901875" y="4220725"/>
              <a:ext cx="468775" cy="354550"/>
            </a:xfrm>
            <a:custGeom>
              <a:avLst/>
              <a:gdLst/>
              <a:ahLst/>
              <a:cxnLst/>
              <a:rect l="l" t="t" r="r" b="b"/>
              <a:pathLst>
                <a:path w="18751" h="14182" extrusionOk="0">
                  <a:moveTo>
                    <a:pt x="15666" y="0"/>
                  </a:moveTo>
                  <a:cubicBezTo>
                    <a:pt x="15588" y="0"/>
                    <a:pt x="15504" y="9"/>
                    <a:pt x="15415" y="28"/>
                  </a:cubicBezTo>
                  <a:cubicBezTo>
                    <a:pt x="14690" y="184"/>
                    <a:pt x="14759" y="772"/>
                    <a:pt x="14897" y="1290"/>
                  </a:cubicBezTo>
                  <a:cubicBezTo>
                    <a:pt x="15294" y="2845"/>
                    <a:pt x="14880" y="4038"/>
                    <a:pt x="13463" y="4850"/>
                  </a:cubicBezTo>
                  <a:cubicBezTo>
                    <a:pt x="13013" y="5109"/>
                    <a:pt x="12823" y="5472"/>
                    <a:pt x="13065" y="5991"/>
                  </a:cubicBezTo>
                  <a:cubicBezTo>
                    <a:pt x="13324" y="6578"/>
                    <a:pt x="12823" y="6803"/>
                    <a:pt x="12512" y="7097"/>
                  </a:cubicBezTo>
                  <a:cubicBezTo>
                    <a:pt x="12410" y="7191"/>
                    <a:pt x="12303" y="7233"/>
                    <a:pt x="12200" y="7233"/>
                  </a:cubicBezTo>
                  <a:cubicBezTo>
                    <a:pt x="12041" y="7233"/>
                    <a:pt x="11891" y="7133"/>
                    <a:pt x="11786" y="6976"/>
                  </a:cubicBezTo>
                  <a:cubicBezTo>
                    <a:pt x="11531" y="6610"/>
                    <a:pt x="11284" y="6477"/>
                    <a:pt x="11039" y="6477"/>
                  </a:cubicBezTo>
                  <a:cubicBezTo>
                    <a:pt x="10705" y="6477"/>
                    <a:pt x="10373" y="6726"/>
                    <a:pt x="10024" y="6976"/>
                  </a:cubicBezTo>
                  <a:cubicBezTo>
                    <a:pt x="8797" y="7891"/>
                    <a:pt x="7811" y="9188"/>
                    <a:pt x="6308" y="9637"/>
                  </a:cubicBezTo>
                  <a:cubicBezTo>
                    <a:pt x="4303" y="10242"/>
                    <a:pt x="2696" y="11572"/>
                    <a:pt x="812" y="12385"/>
                  </a:cubicBezTo>
                  <a:cubicBezTo>
                    <a:pt x="242" y="12627"/>
                    <a:pt x="0" y="13214"/>
                    <a:pt x="692" y="13577"/>
                  </a:cubicBezTo>
                  <a:cubicBezTo>
                    <a:pt x="1262" y="13888"/>
                    <a:pt x="1936" y="13992"/>
                    <a:pt x="2610" y="14182"/>
                  </a:cubicBezTo>
                  <a:cubicBezTo>
                    <a:pt x="3819" y="13854"/>
                    <a:pt x="4943" y="13249"/>
                    <a:pt x="5893" y="12436"/>
                  </a:cubicBezTo>
                  <a:cubicBezTo>
                    <a:pt x="7829" y="10743"/>
                    <a:pt x="10144" y="9447"/>
                    <a:pt x="12357" y="8496"/>
                  </a:cubicBezTo>
                  <a:cubicBezTo>
                    <a:pt x="14396" y="7615"/>
                    <a:pt x="15847" y="6042"/>
                    <a:pt x="17817" y="5213"/>
                  </a:cubicBezTo>
                  <a:cubicBezTo>
                    <a:pt x="18301" y="4988"/>
                    <a:pt x="18751" y="4452"/>
                    <a:pt x="18612" y="3848"/>
                  </a:cubicBezTo>
                  <a:cubicBezTo>
                    <a:pt x="18539" y="3538"/>
                    <a:pt x="18402" y="3442"/>
                    <a:pt x="18239" y="3442"/>
                  </a:cubicBezTo>
                  <a:cubicBezTo>
                    <a:pt x="18019" y="3442"/>
                    <a:pt x="17752" y="3615"/>
                    <a:pt x="17524" y="3675"/>
                  </a:cubicBezTo>
                  <a:cubicBezTo>
                    <a:pt x="17487" y="3682"/>
                    <a:pt x="17451" y="3686"/>
                    <a:pt x="17417" y="3686"/>
                  </a:cubicBezTo>
                  <a:cubicBezTo>
                    <a:pt x="17207" y="3686"/>
                    <a:pt x="17050" y="3554"/>
                    <a:pt x="17109" y="3346"/>
                  </a:cubicBezTo>
                  <a:cubicBezTo>
                    <a:pt x="17385" y="2431"/>
                    <a:pt x="16625" y="1791"/>
                    <a:pt x="16556" y="962"/>
                  </a:cubicBezTo>
                  <a:cubicBezTo>
                    <a:pt x="16526" y="461"/>
                    <a:pt x="16229" y="0"/>
                    <a:pt x="15666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17" name="Google Shape;717;p59">
              <a:extLst>
                <a:ext uri="{FF2B5EF4-FFF2-40B4-BE49-F238E27FC236}">
                  <a16:creationId xmlns:a16="http://schemas.microsoft.com/office/drawing/2014/main" id="{FDCB68C1-08F5-A34B-819D-A70E2E36C796}"/>
                </a:ext>
              </a:extLst>
            </p:cNvPr>
            <p:cNvSpPr/>
            <p:nvPr/>
          </p:nvSpPr>
          <p:spPr>
            <a:xfrm>
              <a:off x="6306100" y="2654825"/>
              <a:ext cx="232875" cy="385425"/>
            </a:xfrm>
            <a:custGeom>
              <a:avLst/>
              <a:gdLst/>
              <a:ahLst/>
              <a:cxnLst/>
              <a:rect l="l" t="t" r="r" b="b"/>
              <a:pathLst>
                <a:path w="9315" h="15417" extrusionOk="0">
                  <a:moveTo>
                    <a:pt x="6907" y="9941"/>
                  </a:moveTo>
                  <a:cubicBezTo>
                    <a:pt x="6738" y="10523"/>
                    <a:pt x="6645" y="11167"/>
                    <a:pt x="5910" y="11304"/>
                  </a:cubicBezTo>
                  <a:cubicBezTo>
                    <a:pt x="5905" y="11305"/>
                    <a:pt x="5899" y="11305"/>
                    <a:pt x="5892" y="11305"/>
                  </a:cubicBezTo>
                  <a:cubicBezTo>
                    <a:pt x="5767" y="11305"/>
                    <a:pt x="5547" y="11146"/>
                    <a:pt x="5547" y="11097"/>
                  </a:cubicBezTo>
                  <a:cubicBezTo>
                    <a:pt x="5616" y="10270"/>
                    <a:pt x="6304" y="10147"/>
                    <a:pt x="6907" y="9941"/>
                  </a:cubicBezTo>
                  <a:close/>
                  <a:moveTo>
                    <a:pt x="2345" y="1"/>
                  </a:moveTo>
                  <a:cubicBezTo>
                    <a:pt x="2049" y="1"/>
                    <a:pt x="1708" y="93"/>
                    <a:pt x="1419" y="93"/>
                  </a:cubicBezTo>
                  <a:cubicBezTo>
                    <a:pt x="1383" y="93"/>
                    <a:pt x="1348" y="92"/>
                    <a:pt x="1313" y="88"/>
                  </a:cubicBezTo>
                  <a:cubicBezTo>
                    <a:pt x="1306" y="88"/>
                    <a:pt x="1299" y="88"/>
                    <a:pt x="1292" y="88"/>
                  </a:cubicBezTo>
                  <a:cubicBezTo>
                    <a:pt x="885" y="88"/>
                    <a:pt x="504" y="561"/>
                    <a:pt x="639" y="883"/>
                  </a:cubicBezTo>
                  <a:cubicBezTo>
                    <a:pt x="1244" y="2283"/>
                    <a:pt x="0" y="3977"/>
                    <a:pt x="1348" y="5273"/>
                  </a:cubicBezTo>
                  <a:cubicBezTo>
                    <a:pt x="1538" y="5446"/>
                    <a:pt x="1383" y="5964"/>
                    <a:pt x="1538" y="6241"/>
                  </a:cubicBezTo>
                  <a:cubicBezTo>
                    <a:pt x="1851" y="6738"/>
                    <a:pt x="1941" y="7889"/>
                    <a:pt x="2501" y="7889"/>
                  </a:cubicBezTo>
                  <a:cubicBezTo>
                    <a:pt x="2623" y="7889"/>
                    <a:pt x="2766" y="7836"/>
                    <a:pt x="2938" y="7710"/>
                  </a:cubicBezTo>
                  <a:cubicBezTo>
                    <a:pt x="3345" y="7411"/>
                    <a:pt x="3664" y="7306"/>
                    <a:pt x="3951" y="7306"/>
                  </a:cubicBezTo>
                  <a:cubicBezTo>
                    <a:pt x="4345" y="7306"/>
                    <a:pt x="4678" y="7505"/>
                    <a:pt x="5098" y="7675"/>
                  </a:cubicBezTo>
                  <a:cubicBezTo>
                    <a:pt x="5375" y="7796"/>
                    <a:pt x="5651" y="7848"/>
                    <a:pt x="5668" y="8176"/>
                  </a:cubicBezTo>
                  <a:cubicBezTo>
                    <a:pt x="5668" y="8297"/>
                    <a:pt x="5547" y="8401"/>
                    <a:pt x="5478" y="8504"/>
                  </a:cubicBezTo>
                  <a:cubicBezTo>
                    <a:pt x="5288" y="8384"/>
                    <a:pt x="5098" y="8263"/>
                    <a:pt x="4908" y="8107"/>
                  </a:cubicBezTo>
                  <a:cubicBezTo>
                    <a:pt x="4670" y="7869"/>
                    <a:pt x="4349" y="7740"/>
                    <a:pt x="4020" y="7740"/>
                  </a:cubicBezTo>
                  <a:cubicBezTo>
                    <a:pt x="3895" y="7740"/>
                    <a:pt x="3770" y="7758"/>
                    <a:pt x="3646" y="7796"/>
                  </a:cubicBezTo>
                  <a:cubicBezTo>
                    <a:pt x="3059" y="7951"/>
                    <a:pt x="3284" y="8470"/>
                    <a:pt x="3249" y="8850"/>
                  </a:cubicBezTo>
                  <a:cubicBezTo>
                    <a:pt x="3180" y="10008"/>
                    <a:pt x="4701" y="11270"/>
                    <a:pt x="4580" y="11408"/>
                  </a:cubicBezTo>
                  <a:cubicBezTo>
                    <a:pt x="3042" y="13170"/>
                    <a:pt x="4251" y="13205"/>
                    <a:pt x="5599" y="13758"/>
                  </a:cubicBezTo>
                  <a:cubicBezTo>
                    <a:pt x="6014" y="13948"/>
                    <a:pt x="6429" y="15244"/>
                    <a:pt x="7379" y="15400"/>
                  </a:cubicBezTo>
                  <a:cubicBezTo>
                    <a:pt x="7454" y="15411"/>
                    <a:pt x="7523" y="15417"/>
                    <a:pt x="7586" y="15417"/>
                  </a:cubicBezTo>
                  <a:cubicBezTo>
                    <a:pt x="8462" y="15417"/>
                    <a:pt x="8316" y="14362"/>
                    <a:pt x="8606" y="13879"/>
                  </a:cubicBezTo>
                  <a:cubicBezTo>
                    <a:pt x="9315" y="12687"/>
                    <a:pt x="8554" y="11529"/>
                    <a:pt x="8105" y="10423"/>
                  </a:cubicBezTo>
                  <a:cubicBezTo>
                    <a:pt x="7967" y="10058"/>
                    <a:pt x="7709" y="9812"/>
                    <a:pt x="7353" y="9812"/>
                  </a:cubicBezTo>
                  <a:cubicBezTo>
                    <a:pt x="7222" y="9812"/>
                    <a:pt x="7078" y="9845"/>
                    <a:pt x="6922" y="9917"/>
                  </a:cubicBezTo>
                  <a:lnTo>
                    <a:pt x="6922" y="9917"/>
                  </a:lnTo>
                  <a:cubicBezTo>
                    <a:pt x="7290" y="9072"/>
                    <a:pt x="8114" y="7913"/>
                    <a:pt x="7103" y="7433"/>
                  </a:cubicBezTo>
                  <a:cubicBezTo>
                    <a:pt x="5789" y="6828"/>
                    <a:pt x="5530" y="5048"/>
                    <a:pt x="3854" y="4927"/>
                  </a:cubicBezTo>
                  <a:cubicBezTo>
                    <a:pt x="3335" y="4893"/>
                    <a:pt x="2886" y="4167"/>
                    <a:pt x="3318" y="3424"/>
                  </a:cubicBezTo>
                  <a:cubicBezTo>
                    <a:pt x="3975" y="2318"/>
                    <a:pt x="3353" y="1298"/>
                    <a:pt x="2955" y="348"/>
                  </a:cubicBezTo>
                  <a:cubicBezTo>
                    <a:pt x="2833" y="73"/>
                    <a:pt x="2607" y="1"/>
                    <a:pt x="2345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18" name="Google Shape;718;p59">
              <a:extLst>
                <a:ext uri="{FF2B5EF4-FFF2-40B4-BE49-F238E27FC236}">
                  <a16:creationId xmlns:a16="http://schemas.microsoft.com/office/drawing/2014/main" id="{EE71ADC2-9EC4-06CA-59D4-75FF33B85FF2}"/>
                </a:ext>
              </a:extLst>
            </p:cNvPr>
            <p:cNvSpPr/>
            <p:nvPr/>
          </p:nvSpPr>
          <p:spPr>
            <a:xfrm>
              <a:off x="6139750" y="3178550"/>
              <a:ext cx="185375" cy="227425"/>
            </a:xfrm>
            <a:custGeom>
              <a:avLst/>
              <a:gdLst/>
              <a:ahLst/>
              <a:cxnLst/>
              <a:rect l="l" t="t" r="r" b="b"/>
              <a:pathLst>
                <a:path w="7415" h="9097" extrusionOk="0">
                  <a:moveTo>
                    <a:pt x="6576" y="0"/>
                  </a:moveTo>
                  <a:cubicBezTo>
                    <a:pt x="6440" y="0"/>
                    <a:pt x="6314" y="46"/>
                    <a:pt x="6222" y="154"/>
                  </a:cubicBezTo>
                  <a:cubicBezTo>
                    <a:pt x="5928" y="483"/>
                    <a:pt x="5611" y="592"/>
                    <a:pt x="5290" y="592"/>
                  </a:cubicBezTo>
                  <a:cubicBezTo>
                    <a:pt x="4988" y="592"/>
                    <a:pt x="4683" y="496"/>
                    <a:pt x="4390" y="396"/>
                  </a:cubicBezTo>
                  <a:cubicBezTo>
                    <a:pt x="3964" y="242"/>
                    <a:pt x="3597" y="173"/>
                    <a:pt x="3279" y="173"/>
                  </a:cubicBezTo>
                  <a:cubicBezTo>
                    <a:pt x="1986" y="173"/>
                    <a:pt x="1492" y="1318"/>
                    <a:pt x="1020" y="2608"/>
                  </a:cubicBezTo>
                  <a:cubicBezTo>
                    <a:pt x="364" y="4353"/>
                    <a:pt x="1" y="6064"/>
                    <a:pt x="796" y="7360"/>
                  </a:cubicBezTo>
                  <a:cubicBezTo>
                    <a:pt x="847" y="8362"/>
                    <a:pt x="761" y="8984"/>
                    <a:pt x="1470" y="9088"/>
                  </a:cubicBezTo>
                  <a:cubicBezTo>
                    <a:pt x="1519" y="9094"/>
                    <a:pt x="1568" y="9097"/>
                    <a:pt x="1614" y="9097"/>
                  </a:cubicBezTo>
                  <a:cubicBezTo>
                    <a:pt x="2117" y="9097"/>
                    <a:pt x="2435" y="8762"/>
                    <a:pt x="2593" y="8224"/>
                  </a:cubicBezTo>
                  <a:cubicBezTo>
                    <a:pt x="2634" y="8075"/>
                    <a:pt x="2578" y="7743"/>
                    <a:pt x="2746" y="7743"/>
                  </a:cubicBezTo>
                  <a:cubicBezTo>
                    <a:pt x="2792" y="7743"/>
                    <a:pt x="2854" y="7768"/>
                    <a:pt x="2938" y="7827"/>
                  </a:cubicBezTo>
                  <a:cubicBezTo>
                    <a:pt x="3173" y="7995"/>
                    <a:pt x="3380" y="8062"/>
                    <a:pt x="3567" y="8062"/>
                  </a:cubicBezTo>
                  <a:cubicBezTo>
                    <a:pt x="4013" y="8062"/>
                    <a:pt x="4340" y="7677"/>
                    <a:pt x="4632" y="7360"/>
                  </a:cubicBezTo>
                  <a:cubicBezTo>
                    <a:pt x="5116" y="6842"/>
                    <a:pt x="4563" y="6358"/>
                    <a:pt x="4373" y="5839"/>
                  </a:cubicBezTo>
                  <a:cubicBezTo>
                    <a:pt x="4183" y="5321"/>
                    <a:pt x="3491" y="4750"/>
                    <a:pt x="4442" y="4249"/>
                  </a:cubicBezTo>
                  <a:cubicBezTo>
                    <a:pt x="4943" y="3990"/>
                    <a:pt x="5790" y="3852"/>
                    <a:pt x="5427" y="3057"/>
                  </a:cubicBezTo>
                  <a:cubicBezTo>
                    <a:pt x="5274" y="2713"/>
                    <a:pt x="5030" y="2616"/>
                    <a:pt x="4752" y="2616"/>
                  </a:cubicBezTo>
                  <a:cubicBezTo>
                    <a:pt x="4400" y="2616"/>
                    <a:pt x="3994" y="2771"/>
                    <a:pt x="3647" y="2780"/>
                  </a:cubicBezTo>
                  <a:cubicBezTo>
                    <a:pt x="3388" y="2815"/>
                    <a:pt x="3129" y="2850"/>
                    <a:pt x="2887" y="2919"/>
                  </a:cubicBezTo>
                  <a:cubicBezTo>
                    <a:pt x="2887" y="2746"/>
                    <a:pt x="2800" y="2487"/>
                    <a:pt x="2887" y="2435"/>
                  </a:cubicBezTo>
                  <a:cubicBezTo>
                    <a:pt x="3111" y="2262"/>
                    <a:pt x="3405" y="2037"/>
                    <a:pt x="3664" y="2037"/>
                  </a:cubicBezTo>
                  <a:cubicBezTo>
                    <a:pt x="4321" y="2055"/>
                    <a:pt x="4995" y="2262"/>
                    <a:pt x="5634" y="2262"/>
                  </a:cubicBezTo>
                  <a:cubicBezTo>
                    <a:pt x="6481" y="2262"/>
                    <a:pt x="6861" y="1553"/>
                    <a:pt x="7242" y="931"/>
                  </a:cubicBezTo>
                  <a:cubicBezTo>
                    <a:pt x="7414" y="689"/>
                    <a:pt x="7328" y="344"/>
                    <a:pt x="7086" y="188"/>
                  </a:cubicBezTo>
                  <a:cubicBezTo>
                    <a:pt x="6932" y="73"/>
                    <a:pt x="6746" y="0"/>
                    <a:pt x="6576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19" name="Google Shape;719;p59">
              <a:extLst>
                <a:ext uri="{FF2B5EF4-FFF2-40B4-BE49-F238E27FC236}">
                  <a16:creationId xmlns:a16="http://schemas.microsoft.com/office/drawing/2014/main" id="{007405E8-D64C-82C9-CBED-C94F4CBAF44D}"/>
                </a:ext>
              </a:extLst>
            </p:cNvPr>
            <p:cNvSpPr/>
            <p:nvPr/>
          </p:nvSpPr>
          <p:spPr>
            <a:xfrm>
              <a:off x="4320000" y="1079225"/>
              <a:ext cx="260125" cy="163000"/>
            </a:xfrm>
            <a:custGeom>
              <a:avLst/>
              <a:gdLst/>
              <a:ahLst/>
              <a:cxnLst/>
              <a:rect l="l" t="t" r="r" b="b"/>
              <a:pathLst>
                <a:path w="10405" h="6520" extrusionOk="0">
                  <a:moveTo>
                    <a:pt x="8970" y="1"/>
                  </a:moveTo>
                  <a:cubicBezTo>
                    <a:pt x="6620" y="778"/>
                    <a:pt x="3786" y="294"/>
                    <a:pt x="1764" y="2576"/>
                  </a:cubicBezTo>
                  <a:cubicBezTo>
                    <a:pt x="502" y="3993"/>
                    <a:pt x="1" y="5410"/>
                    <a:pt x="1038" y="5876"/>
                  </a:cubicBezTo>
                  <a:cubicBezTo>
                    <a:pt x="2057" y="6274"/>
                    <a:pt x="3146" y="6499"/>
                    <a:pt x="4252" y="6516"/>
                  </a:cubicBezTo>
                  <a:cubicBezTo>
                    <a:pt x="4303" y="6518"/>
                    <a:pt x="4355" y="6520"/>
                    <a:pt x="4406" y="6520"/>
                  </a:cubicBezTo>
                  <a:cubicBezTo>
                    <a:pt x="4717" y="6520"/>
                    <a:pt x="5012" y="6455"/>
                    <a:pt x="5116" y="6084"/>
                  </a:cubicBezTo>
                  <a:cubicBezTo>
                    <a:pt x="5237" y="5652"/>
                    <a:pt x="4892" y="5479"/>
                    <a:pt x="4563" y="5323"/>
                  </a:cubicBezTo>
                  <a:cubicBezTo>
                    <a:pt x="3094" y="4598"/>
                    <a:pt x="3630" y="3924"/>
                    <a:pt x="4598" y="3198"/>
                  </a:cubicBezTo>
                  <a:cubicBezTo>
                    <a:pt x="5980" y="2144"/>
                    <a:pt x="7726" y="2126"/>
                    <a:pt x="9264" y="1487"/>
                  </a:cubicBezTo>
                  <a:cubicBezTo>
                    <a:pt x="9696" y="1331"/>
                    <a:pt x="10404" y="1556"/>
                    <a:pt x="10352" y="796"/>
                  </a:cubicBezTo>
                  <a:cubicBezTo>
                    <a:pt x="10301" y="35"/>
                    <a:pt x="9627" y="70"/>
                    <a:pt x="897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20" name="Google Shape;720;p59">
              <a:extLst>
                <a:ext uri="{FF2B5EF4-FFF2-40B4-BE49-F238E27FC236}">
                  <a16:creationId xmlns:a16="http://schemas.microsoft.com/office/drawing/2014/main" id="{CAB1FE6C-98F5-ED88-C5BC-5FF38BBCFEB2}"/>
                </a:ext>
              </a:extLst>
            </p:cNvPr>
            <p:cNvSpPr/>
            <p:nvPr/>
          </p:nvSpPr>
          <p:spPr>
            <a:xfrm>
              <a:off x="3605850" y="1017225"/>
              <a:ext cx="246275" cy="88775"/>
            </a:xfrm>
            <a:custGeom>
              <a:avLst/>
              <a:gdLst/>
              <a:ahLst/>
              <a:cxnLst/>
              <a:rect l="l" t="t" r="r" b="b"/>
              <a:pathLst>
                <a:path w="9851" h="3551" extrusionOk="0">
                  <a:moveTo>
                    <a:pt x="3896" y="1"/>
                  </a:moveTo>
                  <a:cubicBezTo>
                    <a:pt x="2951" y="1"/>
                    <a:pt x="1998" y="113"/>
                    <a:pt x="1055" y="130"/>
                  </a:cubicBezTo>
                  <a:cubicBezTo>
                    <a:pt x="674" y="130"/>
                    <a:pt x="260" y="217"/>
                    <a:pt x="121" y="649"/>
                  </a:cubicBezTo>
                  <a:cubicBezTo>
                    <a:pt x="0" y="1046"/>
                    <a:pt x="173" y="1461"/>
                    <a:pt x="536" y="1651"/>
                  </a:cubicBezTo>
                  <a:cubicBezTo>
                    <a:pt x="1487" y="2256"/>
                    <a:pt x="2489" y="2792"/>
                    <a:pt x="3474" y="3345"/>
                  </a:cubicBezTo>
                  <a:cubicBezTo>
                    <a:pt x="3715" y="3472"/>
                    <a:pt x="3939" y="3551"/>
                    <a:pt x="4149" y="3551"/>
                  </a:cubicBezTo>
                  <a:cubicBezTo>
                    <a:pt x="4450" y="3551"/>
                    <a:pt x="4723" y="3389"/>
                    <a:pt x="4978" y="2982"/>
                  </a:cubicBezTo>
                  <a:cubicBezTo>
                    <a:pt x="5203" y="2650"/>
                    <a:pt x="5511" y="2104"/>
                    <a:pt x="5931" y="2104"/>
                  </a:cubicBezTo>
                  <a:cubicBezTo>
                    <a:pt x="6058" y="2104"/>
                    <a:pt x="6195" y="2153"/>
                    <a:pt x="6343" y="2273"/>
                  </a:cubicBezTo>
                  <a:cubicBezTo>
                    <a:pt x="6982" y="2809"/>
                    <a:pt x="7673" y="2826"/>
                    <a:pt x="8365" y="2895"/>
                  </a:cubicBezTo>
                  <a:cubicBezTo>
                    <a:pt x="8588" y="2920"/>
                    <a:pt x="8869" y="3004"/>
                    <a:pt x="9118" y="3004"/>
                  </a:cubicBezTo>
                  <a:cubicBezTo>
                    <a:pt x="9390" y="3004"/>
                    <a:pt x="9623" y="2904"/>
                    <a:pt x="9695" y="2515"/>
                  </a:cubicBezTo>
                  <a:cubicBezTo>
                    <a:pt x="9851" y="1789"/>
                    <a:pt x="9142" y="1668"/>
                    <a:pt x="8641" y="1478"/>
                  </a:cubicBezTo>
                  <a:lnTo>
                    <a:pt x="6585" y="493"/>
                  </a:lnTo>
                  <a:cubicBezTo>
                    <a:pt x="5704" y="104"/>
                    <a:pt x="4803" y="1"/>
                    <a:pt x="3896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21" name="Google Shape;721;p59">
              <a:extLst>
                <a:ext uri="{FF2B5EF4-FFF2-40B4-BE49-F238E27FC236}">
                  <a16:creationId xmlns:a16="http://schemas.microsoft.com/office/drawing/2014/main" id="{A556655A-784F-0F41-6979-D4B97ADE3864}"/>
                </a:ext>
              </a:extLst>
            </p:cNvPr>
            <p:cNvSpPr/>
            <p:nvPr/>
          </p:nvSpPr>
          <p:spPr>
            <a:xfrm>
              <a:off x="3161275" y="1612775"/>
              <a:ext cx="115825" cy="115825"/>
            </a:xfrm>
            <a:custGeom>
              <a:avLst/>
              <a:gdLst/>
              <a:ahLst/>
              <a:cxnLst/>
              <a:rect l="l" t="t" r="r" b="b"/>
              <a:pathLst>
                <a:path w="4633" h="4633" extrusionOk="0">
                  <a:moveTo>
                    <a:pt x="2966" y="1"/>
                  </a:moveTo>
                  <a:cubicBezTo>
                    <a:pt x="2951" y="1"/>
                    <a:pt x="2936" y="1"/>
                    <a:pt x="2921" y="1"/>
                  </a:cubicBezTo>
                  <a:cubicBezTo>
                    <a:pt x="1729" y="36"/>
                    <a:pt x="1" y="2421"/>
                    <a:pt x="139" y="3803"/>
                  </a:cubicBezTo>
                  <a:cubicBezTo>
                    <a:pt x="139" y="4252"/>
                    <a:pt x="502" y="4615"/>
                    <a:pt x="951" y="4633"/>
                  </a:cubicBezTo>
                  <a:cubicBezTo>
                    <a:pt x="2956" y="4581"/>
                    <a:pt x="4632" y="3026"/>
                    <a:pt x="4529" y="1297"/>
                  </a:cubicBezTo>
                  <a:cubicBezTo>
                    <a:pt x="4478" y="482"/>
                    <a:pt x="3809" y="1"/>
                    <a:pt x="2966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22" name="Google Shape;722;p59">
              <a:extLst>
                <a:ext uri="{FF2B5EF4-FFF2-40B4-BE49-F238E27FC236}">
                  <a16:creationId xmlns:a16="http://schemas.microsoft.com/office/drawing/2014/main" id="{F80F63DB-0668-543F-0B39-C99ED5C8AE88}"/>
                </a:ext>
              </a:extLst>
            </p:cNvPr>
            <p:cNvSpPr/>
            <p:nvPr/>
          </p:nvSpPr>
          <p:spPr>
            <a:xfrm>
              <a:off x="6082850" y="3458350"/>
              <a:ext cx="215350" cy="82375"/>
            </a:xfrm>
            <a:custGeom>
              <a:avLst/>
              <a:gdLst/>
              <a:ahLst/>
              <a:cxnLst/>
              <a:rect l="l" t="t" r="r" b="b"/>
              <a:pathLst>
                <a:path w="8614" h="3295" extrusionOk="0">
                  <a:moveTo>
                    <a:pt x="8412" y="834"/>
                  </a:moveTo>
                  <a:lnTo>
                    <a:pt x="8412" y="834"/>
                  </a:lnTo>
                  <a:cubicBezTo>
                    <a:pt x="8408" y="835"/>
                    <a:pt x="8404" y="836"/>
                    <a:pt x="8401" y="837"/>
                  </a:cubicBezTo>
                  <a:lnTo>
                    <a:pt x="8401" y="837"/>
                  </a:lnTo>
                  <a:cubicBezTo>
                    <a:pt x="8399" y="842"/>
                    <a:pt x="8396" y="846"/>
                    <a:pt x="8394" y="851"/>
                  </a:cubicBezTo>
                  <a:lnTo>
                    <a:pt x="8412" y="834"/>
                  </a:lnTo>
                  <a:close/>
                  <a:moveTo>
                    <a:pt x="6441" y="1"/>
                  </a:moveTo>
                  <a:cubicBezTo>
                    <a:pt x="5426" y="1"/>
                    <a:pt x="4424" y="103"/>
                    <a:pt x="3504" y="557"/>
                  </a:cubicBezTo>
                  <a:cubicBezTo>
                    <a:pt x="3268" y="683"/>
                    <a:pt x="3156" y="756"/>
                    <a:pt x="3064" y="756"/>
                  </a:cubicBezTo>
                  <a:cubicBezTo>
                    <a:pt x="2968" y="756"/>
                    <a:pt x="2895" y="675"/>
                    <a:pt x="2726" y="488"/>
                  </a:cubicBezTo>
                  <a:cubicBezTo>
                    <a:pt x="2440" y="160"/>
                    <a:pt x="2158" y="41"/>
                    <a:pt x="1882" y="41"/>
                  </a:cubicBezTo>
                  <a:cubicBezTo>
                    <a:pt x="1373" y="41"/>
                    <a:pt x="881" y="443"/>
                    <a:pt x="410" y="678"/>
                  </a:cubicBezTo>
                  <a:cubicBezTo>
                    <a:pt x="0" y="866"/>
                    <a:pt x="164" y="1612"/>
                    <a:pt x="452" y="1612"/>
                  </a:cubicBezTo>
                  <a:cubicBezTo>
                    <a:pt x="455" y="1612"/>
                    <a:pt x="459" y="1612"/>
                    <a:pt x="462" y="1612"/>
                  </a:cubicBezTo>
                  <a:cubicBezTo>
                    <a:pt x="518" y="1607"/>
                    <a:pt x="572" y="1605"/>
                    <a:pt x="625" y="1605"/>
                  </a:cubicBezTo>
                  <a:cubicBezTo>
                    <a:pt x="1895" y="1605"/>
                    <a:pt x="2508" y="2753"/>
                    <a:pt x="3504" y="3184"/>
                  </a:cubicBezTo>
                  <a:cubicBezTo>
                    <a:pt x="3665" y="3259"/>
                    <a:pt x="3818" y="3295"/>
                    <a:pt x="3955" y="3295"/>
                  </a:cubicBezTo>
                  <a:cubicBezTo>
                    <a:pt x="4389" y="3295"/>
                    <a:pt x="4667" y="2934"/>
                    <a:pt x="4575" y="2303"/>
                  </a:cubicBezTo>
                  <a:cubicBezTo>
                    <a:pt x="4523" y="1905"/>
                    <a:pt x="4541" y="1784"/>
                    <a:pt x="4973" y="1698"/>
                  </a:cubicBezTo>
                  <a:cubicBezTo>
                    <a:pt x="6127" y="1457"/>
                    <a:pt x="7264" y="1130"/>
                    <a:pt x="8401" y="837"/>
                  </a:cubicBezTo>
                  <a:lnTo>
                    <a:pt x="8401" y="837"/>
                  </a:lnTo>
                  <a:cubicBezTo>
                    <a:pt x="8535" y="525"/>
                    <a:pt x="8613" y="56"/>
                    <a:pt x="8256" y="56"/>
                  </a:cubicBezTo>
                  <a:cubicBezTo>
                    <a:pt x="7656" y="37"/>
                    <a:pt x="7046" y="1"/>
                    <a:pt x="644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23" name="Google Shape;723;p59">
              <a:extLst>
                <a:ext uri="{FF2B5EF4-FFF2-40B4-BE49-F238E27FC236}">
                  <a16:creationId xmlns:a16="http://schemas.microsoft.com/office/drawing/2014/main" id="{F42A58A6-93B5-F5C0-8401-89F4A42C60C2}"/>
                </a:ext>
              </a:extLst>
            </p:cNvPr>
            <p:cNvSpPr/>
            <p:nvPr/>
          </p:nvSpPr>
          <p:spPr>
            <a:xfrm>
              <a:off x="5726825" y="1103850"/>
              <a:ext cx="262175" cy="54825"/>
            </a:xfrm>
            <a:custGeom>
              <a:avLst/>
              <a:gdLst/>
              <a:ahLst/>
              <a:cxnLst/>
              <a:rect l="l" t="t" r="r" b="b"/>
              <a:pathLst>
                <a:path w="10487" h="2193" extrusionOk="0">
                  <a:moveTo>
                    <a:pt x="2675" y="1"/>
                  </a:moveTo>
                  <a:cubicBezTo>
                    <a:pt x="2260" y="122"/>
                    <a:pt x="1984" y="208"/>
                    <a:pt x="1707" y="260"/>
                  </a:cubicBezTo>
                  <a:cubicBezTo>
                    <a:pt x="1625" y="276"/>
                    <a:pt x="1533" y="281"/>
                    <a:pt x="1436" y="281"/>
                  </a:cubicBezTo>
                  <a:cubicBezTo>
                    <a:pt x="1238" y="281"/>
                    <a:pt x="1018" y="259"/>
                    <a:pt x="814" y="259"/>
                  </a:cubicBezTo>
                  <a:cubicBezTo>
                    <a:pt x="370" y="259"/>
                    <a:pt x="1" y="367"/>
                    <a:pt x="83" y="1055"/>
                  </a:cubicBezTo>
                  <a:cubicBezTo>
                    <a:pt x="160" y="1671"/>
                    <a:pt x="629" y="1783"/>
                    <a:pt x="1147" y="1783"/>
                  </a:cubicBezTo>
                  <a:cubicBezTo>
                    <a:pt x="1443" y="1783"/>
                    <a:pt x="1754" y="1746"/>
                    <a:pt x="2018" y="1746"/>
                  </a:cubicBezTo>
                  <a:cubicBezTo>
                    <a:pt x="3176" y="1729"/>
                    <a:pt x="4334" y="1625"/>
                    <a:pt x="5488" y="1625"/>
                  </a:cubicBezTo>
                  <a:cubicBezTo>
                    <a:pt x="6641" y="1625"/>
                    <a:pt x="7790" y="1729"/>
                    <a:pt x="8931" y="2126"/>
                  </a:cubicBezTo>
                  <a:cubicBezTo>
                    <a:pt x="9064" y="2171"/>
                    <a:pt x="9201" y="2192"/>
                    <a:pt x="9336" y="2192"/>
                  </a:cubicBezTo>
                  <a:cubicBezTo>
                    <a:pt x="9780" y="2192"/>
                    <a:pt x="10194" y="1955"/>
                    <a:pt x="10314" y="1504"/>
                  </a:cubicBezTo>
                  <a:cubicBezTo>
                    <a:pt x="10486" y="813"/>
                    <a:pt x="9761" y="744"/>
                    <a:pt x="9294" y="606"/>
                  </a:cubicBezTo>
                  <a:cubicBezTo>
                    <a:pt x="8746" y="426"/>
                    <a:pt x="8189" y="370"/>
                    <a:pt x="7630" y="370"/>
                  </a:cubicBezTo>
                  <a:cubicBezTo>
                    <a:pt x="6715" y="370"/>
                    <a:pt x="5795" y="519"/>
                    <a:pt x="4900" y="519"/>
                  </a:cubicBezTo>
                  <a:cubicBezTo>
                    <a:pt x="4133" y="519"/>
                    <a:pt x="3384" y="409"/>
                    <a:pt x="2675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24" name="Google Shape;724;p59">
              <a:extLst>
                <a:ext uri="{FF2B5EF4-FFF2-40B4-BE49-F238E27FC236}">
                  <a16:creationId xmlns:a16="http://schemas.microsoft.com/office/drawing/2014/main" id="{3D9F6BCF-5327-8934-63C3-E33B42596CD7}"/>
                </a:ext>
              </a:extLst>
            </p:cNvPr>
            <p:cNvSpPr/>
            <p:nvPr/>
          </p:nvSpPr>
          <p:spPr>
            <a:xfrm>
              <a:off x="6497925" y="4391525"/>
              <a:ext cx="125725" cy="97375"/>
            </a:xfrm>
            <a:custGeom>
              <a:avLst/>
              <a:gdLst/>
              <a:ahLst/>
              <a:cxnLst/>
              <a:rect l="l" t="t" r="r" b="b"/>
              <a:pathLst>
                <a:path w="5029" h="3895" extrusionOk="0">
                  <a:moveTo>
                    <a:pt x="4062" y="0"/>
                  </a:moveTo>
                  <a:cubicBezTo>
                    <a:pt x="3557" y="0"/>
                    <a:pt x="2937" y="491"/>
                    <a:pt x="2445" y="491"/>
                  </a:cubicBezTo>
                  <a:cubicBezTo>
                    <a:pt x="2234" y="491"/>
                    <a:pt x="2046" y="401"/>
                    <a:pt x="1901" y="144"/>
                  </a:cubicBezTo>
                  <a:cubicBezTo>
                    <a:pt x="0" y="403"/>
                    <a:pt x="570" y="1975"/>
                    <a:pt x="225" y="2960"/>
                  </a:cubicBezTo>
                  <a:cubicBezTo>
                    <a:pt x="38" y="3485"/>
                    <a:pt x="566" y="3894"/>
                    <a:pt x="1172" y="3894"/>
                  </a:cubicBezTo>
                  <a:cubicBezTo>
                    <a:pt x="1185" y="3894"/>
                    <a:pt x="1197" y="3894"/>
                    <a:pt x="1210" y="3894"/>
                  </a:cubicBezTo>
                  <a:cubicBezTo>
                    <a:pt x="2298" y="3876"/>
                    <a:pt x="5029" y="1630"/>
                    <a:pt x="4804" y="783"/>
                  </a:cubicBezTo>
                  <a:cubicBezTo>
                    <a:pt x="4638" y="185"/>
                    <a:pt x="4372" y="0"/>
                    <a:pt x="4062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25" name="Google Shape;725;p59">
              <a:extLst>
                <a:ext uri="{FF2B5EF4-FFF2-40B4-BE49-F238E27FC236}">
                  <a16:creationId xmlns:a16="http://schemas.microsoft.com/office/drawing/2014/main" id="{DC56249C-42B2-9B5D-1DC3-A8D673DCA4D2}"/>
                </a:ext>
              </a:extLst>
            </p:cNvPr>
            <p:cNvSpPr/>
            <p:nvPr/>
          </p:nvSpPr>
          <p:spPr>
            <a:xfrm>
              <a:off x="5334875" y="2906300"/>
              <a:ext cx="82100" cy="128050"/>
            </a:xfrm>
            <a:custGeom>
              <a:avLst/>
              <a:gdLst/>
              <a:ahLst/>
              <a:cxnLst/>
              <a:rect l="l" t="t" r="r" b="b"/>
              <a:pathLst>
                <a:path w="3284" h="5122" extrusionOk="0">
                  <a:moveTo>
                    <a:pt x="519" y="1"/>
                  </a:moveTo>
                  <a:lnTo>
                    <a:pt x="380" y="139"/>
                  </a:lnTo>
                  <a:cubicBezTo>
                    <a:pt x="104" y="1452"/>
                    <a:pt x="0" y="2766"/>
                    <a:pt x="380" y="4062"/>
                  </a:cubicBezTo>
                  <a:cubicBezTo>
                    <a:pt x="534" y="4660"/>
                    <a:pt x="796" y="5122"/>
                    <a:pt x="1420" y="5122"/>
                  </a:cubicBezTo>
                  <a:cubicBezTo>
                    <a:pt x="1500" y="5122"/>
                    <a:pt x="1585" y="5114"/>
                    <a:pt x="1676" y="5099"/>
                  </a:cubicBezTo>
                  <a:cubicBezTo>
                    <a:pt x="2471" y="4978"/>
                    <a:pt x="3284" y="4408"/>
                    <a:pt x="3111" y="3734"/>
                  </a:cubicBezTo>
                  <a:cubicBezTo>
                    <a:pt x="2748" y="2213"/>
                    <a:pt x="2108" y="744"/>
                    <a:pt x="519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26" name="Google Shape;726;p59">
              <a:extLst>
                <a:ext uri="{FF2B5EF4-FFF2-40B4-BE49-F238E27FC236}">
                  <a16:creationId xmlns:a16="http://schemas.microsoft.com/office/drawing/2014/main" id="{567B7012-E6B1-7551-6885-58A782C7A86A}"/>
                </a:ext>
              </a:extLst>
            </p:cNvPr>
            <p:cNvSpPr/>
            <p:nvPr/>
          </p:nvSpPr>
          <p:spPr>
            <a:xfrm>
              <a:off x="4869125" y="997550"/>
              <a:ext cx="160750" cy="66150"/>
            </a:xfrm>
            <a:custGeom>
              <a:avLst/>
              <a:gdLst/>
              <a:ahLst/>
              <a:cxnLst/>
              <a:rect l="l" t="t" r="r" b="b"/>
              <a:pathLst>
                <a:path w="6430" h="2646" extrusionOk="0">
                  <a:moveTo>
                    <a:pt x="1040" y="1"/>
                  </a:moveTo>
                  <a:cubicBezTo>
                    <a:pt x="589" y="1"/>
                    <a:pt x="239" y="358"/>
                    <a:pt x="104" y="814"/>
                  </a:cubicBezTo>
                  <a:cubicBezTo>
                    <a:pt x="1" y="1108"/>
                    <a:pt x="191" y="1419"/>
                    <a:pt x="502" y="1470"/>
                  </a:cubicBezTo>
                  <a:cubicBezTo>
                    <a:pt x="1971" y="1885"/>
                    <a:pt x="3440" y="2283"/>
                    <a:pt x="4736" y="2646"/>
                  </a:cubicBezTo>
                  <a:cubicBezTo>
                    <a:pt x="5427" y="2611"/>
                    <a:pt x="5928" y="2611"/>
                    <a:pt x="6239" y="2127"/>
                  </a:cubicBezTo>
                  <a:cubicBezTo>
                    <a:pt x="6429" y="1851"/>
                    <a:pt x="6308" y="1470"/>
                    <a:pt x="6066" y="1419"/>
                  </a:cubicBezTo>
                  <a:cubicBezTo>
                    <a:pt x="4373" y="1021"/>
                    <a:pt x="2852" y="36"/>
                    <a:pt x="1072" y="2"/>
                  </a:cubicBezTo>
                  <a:cubicBezTo>
                    <a:pt x="1061" y="1"/>
                    <a:pt x="1051" y="1"/>
                    <a:pt x="104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27" name="Google Shape;727;p59">
              <a:extLst>
                <a:ext uri="{FF2B5EF4-FFF2-40B4-BE49-F238E27FC236}">
                  <a16:creationId xmlns:a16="http://schemas.microsoft.com/office/drawing/2014/main" id="{A9F5D1EA-3542-6662-4A41-FBDBB6193377}"/>
                </a:ext>
              </a:extLst>
            </p:cNvPr>
            <p:cNvSpPr/>
            <p:nvPr/>
          </p:nvSpPr>
          <p:spPr>
            <a:xfrm>
              <a:off x="3763550" y="998475"/>
              <a:ext cx="117975" cy="55725"/>
            </a:xfrm>
            <a:custGeom>
              <a:avLst/>
              <a:gdLst/>
              <a:ahLst/>
              <a:cxnLst/>
              <a:rect l="l" t="t" r="r" b="b"/>
              <a:pathLst>
                <a:path w="4719" h="2229" extrusionOk="0">
                  <a:moveTo>
                    <a:pt x="747" y="0"/>
                  </a:moveTo>
                  <a:cubicBezTo>
                    <a:pt x="407" y="0"/>
                    <a:pt x="65" y="161"/>
                    <a:pt x="18" y="690"/>
                  </a:cubicBezTo>
                  <a:cubicBezTo>
                    <a:pt x="0" y="863"/>
                    <a:pt x="190" y="1053"/>
                    <a:pt x="277" y="1243"/>
                  </a:cubicBezTo>
                  <a:lnTo>
                    <a:pt x="2333" y="2228"/>
                  </a:lnTo>
                  <a:cubicBezTo>
                    <a:pt x="2437" y="2220"/>
                    <a:pt x="2541" y="2220"/>
                    <a:pt x="2644" y="2220"/>
                  </a:cubicBezTo>
                  <a:cubicBezTo>
                    <a:pt x="2748" y="2220"/>
                    <a:pt x="2852" y="2220"/>
                    <a:pt x="2955" y="2211"/>
                  </a:cubicBezTo>
                  <a:cubicBezTo>
                    <a:pt x="3647" y="2142"/>
                    <a:pt x="4718" y="2090"/>
                    <a:pt x="4511" y="1261"/>
                  </a:cubicBezTo>
                  <a:cubicBezTo>
                    <a:pt x="4255" y="308"/>
                    <a:pt x="3582" y="187"/>
                    <a:pt x="2842" y="187"/>
                  </a:cubicBezTo>
                  <a:cubicBezTo>
                    <a:pt x="2589" y="187"/>
                    <a:pt x="2328" y="201"/>
                    <a:pt x="2074" y="201"/>
                  </a:cubicBezTo>
                  <a:cubicBezTo>
                    <a:pt x="1762" y="201"/>
                    <a:pt x="1460" y="180"/>
                    <a:pt x="1193" y="85"/>
                  </a:cubicBezTo>
                  <a:cubicBezTo>
                    <a:pt x="1066" y="36"/>
                    <a:pt x="907" y="0"/>
                    <a:pt x="747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28" name="Google Shape;728;p59">
              <a:extLst>
                <a:ext uri="{FF2B5EF4-FFF2-40B4-BE49-F238E27FC236}">
                  <a16:creationId xmlns:a16="http://schemas.microsoft.com/office/drawing/2014/main" id="{0448D7A7-2F40-A304-0508-91DB2D6C2BD2}"/>
                </a:ext>
              </a:extLst>
            </p:cNvPr>
            <p:cNvSpPr/>
            <p:nvPr/>
          </p:nvSpPr>
          <p:spPr>
            <a:xfrm>
              <a:off x="6244750" y="3463175"/>
              <a:ext cx="127900" cy="76650"/>
            </a:xfrm>
            <a:custGeom>
              <a:avLst/>
              <a:gdLst/>
              <a:ahLst/>
              <a:cxnLst/>
              <a:rect l="l" t="t" r="r" b="b"/>
              <a:pathLst>
                <a:path w="5116" h="3066" extrusionOk="0">
                  <a:moveTo>
                    <a:pt x="4184" y="1"/>
                  </a:moveTo>
                  <a:cubicBezTo>
                    <a:pt x="4093" y="1"/>
                    <a:pt x="4000" y="13"/>
                    <a:pt x="3906" y="36"/>
                  </a:cubicBezTo>
                  <a:cubicBezTo>
                    <a:pt x="3232" y="209"/>
                    <a:pt x="2575" y="416"/>
                    <a:pt x="1918" y="641"/>
                  </a:cubicBezTo>
                  <a:lnTo>
                    <a:pt x="1936" y="641"/>
                  </a:lnTo>
                  <a:cubicBezTo>
                    <a:pt x="1659" y="848"/>
                    <a:pt x="1383" y="1038"/>
                    <a:pt x="1089" y="1194"/>
                  </a:cubicBezTo>
                  <a:cubicBezTo>
                    <a:pt x="432" y="1505"/>
                    <a:pt x="0" y="2093"/>
                    <a:pt x="311" y="2680"/>
                  </a:cubicBezTo>
                  <a:cubicBezTo>
                    <a:pt x="460" y="2964"/>
                    <a:pt x="650" y="3065"/>
                    <a:pt x="856" y="3065"/>
                  </a:cubicBezTo>
                  <a:cubicBezTo>
                    <a:pt x="1178" y="3065"/>
                    <a:pt x="1537" y="2818"/>
                    <a:pt x="1832" y="2628"/>
                  </a:cubicBezTo>
                  <a:cubicBezTo>
                    <a:pt x="2558" y="2093"/>
                    <a:pt x="3370" y="1695"/>
                    <a:pt x="4234" y="1436"/>
                  </a:cubicBezTo>
                  <a:cubicBezTo>
                    <a:pt x="4631" y="1332"/>
                    <a:pt x="5115" y="1108"/>
                    <a:pt x="4994" y="606"/>
                  </a:cubicBezTo>
                  <a:cubicBezTo>
                    <a:pt x="4883" y="203"/>
                    <a:pt x="4559" y="1"/>
                    <a:pt x="4184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29" name="Google Shape;729;p59">
              <a:extLst>
                <a:ext uri="{FF2B5EF4-FFF2-40B4-BE49-F238E27FC236}">
                  <a16:creationId xmlns:a16="http://schemas.microsoft.com/office/drawing/2014/main" id="{1AA44075-0224-BF20-F3FD-7622D81F41E2}"/>
                </a:ext>
              </a:extLst>
            </p:cNvPr>
            <p:cNvSpPr/>
            <p:nvPr/>
          </p:nvSpPr>
          <p:spPr>
            <a:xfrm>
              <a:off x="6286725" y="2464325"/>
              <a:ext cx="67775" cy="93850"/>
            </a:xfrm>
            <a:custGeom>
              <a:avLst/>
              <a:gdLst/>
              <a:ahLst/>
              <a:cxnLst/>
              <a:rect l="l" t="t" r="r" b="b"/>
              <a:pathLst>
                <a:path w="2711" h="3754" extrusionOk="0">
                  <a:moveTo>
                    <a:pt x="1532" y="0"/>
                  </a:moveTo>
                  <a:cubicBezTo>
                    <a:pt x="1516" y="0"/>
                    <a:pt x="1500" y="0"/>
                    <a:pt x="1484" y="1"/>
                  </a:cubicBezTo>
                  <a:cubicBezTo>
                    <a:pt x="187" y="53"/>
                    <a:pt x="239" y="1332"/>
                    <a:pt x="101" y="2265"/>
                  </a:cubicBezTo>
                  <a:cubicBezTo>
                    <a:pt x="1" y="3066"/>
                    <a:pt x="465" y="3754"/>
                    <a:pt x="1243" y="3754"/>
                  </a:cubicBezTo>
                  <a:cubicBezTo>
                    <a:pt x="1271" y="3754"/>
                    <a:pt x="1299" y="3753"/>
                    <a:pt x="1328" y="3751"/>
                  </a:cubicBezTo>
                  <a:cubicBezTo>
                    <a:pt x="2711" y="3682"/>
                    <a:pt x="1967" y="2403"/>
                    <a:pt x="2313" y="1815"/>
                  </a:cubicBezTo>
                  <a:cubicBezTo>
                    <a:pt x="2228" y="1050"/>
                    <a:pt x="2528" y="0"/>
                    <a:pt x="1532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30" name="Google Shape;730;p59">
              <a:extLst>
                <a:ext uri="{FF2B5EF4-FFF2-40B4-BE49-F238E27FC236}">
                  <a16:creationId xmlns:a16="http://schemas.microsoft.com/office/drawing/2014/main" id="{5033E6DB-B92E-A171-8305-8B54BF2185B6}"/>
                </a:ext>
              </a:extLst>
            </p:cNvPr>
            <p:cNvSpPr/>
            <p:nvPr/>
          </p:nvSpPr>
          <p:spPr>
            <a:xfrm>
              <a:off x="6279300" y="2861375"/>
              <a:ext cx="75625" cy="97275"/>
            </a:xfrm>
            <a:custGeom>
              <a:avLst/>
              <a:gdLst/>
              <a:ahLst/>
              <a:cxnLst/>
              <a:rect l="l" t="t" r="r" b="b"/>
              <a:pathLst>
                <a:path w="3025" h="3891" extrusionOk="0">
                  <a:moveTo>
                    <a:pt x="2403" y="1"/>
                  </a:moveTo>
                  <a:cubicBezTo>
                    <a:pt x="2178" y="1"/>
                    <a:pt x="1971" y="104"/>
                    <a:pt x="1850" y="277"/>
                  </a:cubicBezTo>
                  <a:cubicBezTo>
                    <a:pt x="1504" y="1193"/>
                    <a:pt x="882" y="1884"/>
                    <a:pt x="277" y="2610"/>
                  </a:cubicBezTo>
                  <a:cubicBezTo>
                    <a:pt x="35" y="2869"/>
                    <a:pt x="1" y="3284"/>
                    <a:pt x="208" y="3578"/>
                  </a:cubicBezTo>
                  <a:cubicBezTo>
                    <a:pt x="326" y="3766"/>
                    <a:pt x="507" y="3890"/>
                    <a:pt x="682" y="3890"/>
                  </a:cubicBezTo>
                  <a:cubicBezTo>
                    <a:pt x="764" y="3890"/>
                    <a:pt x="845" y="3863"/>
                    <a:pt x="916" y="3802"/>
                  </a:cubicBezTo>
                  <a:cubicBezTo>
                    <a:pt x="1815" y="3128"/>
                    <a:pt x="2731" y="2420"/>
                    <a:pt x="3025" y="1452"/>
                  </a:cubicBezTo>
                  <a:cubicBezTo>
                    <a:pt x="2973" y="744"/>
                    <a:pt x="2921" y="225"/>
                    <a:pt x="240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31" name="Google Shape;731;p59">
              <a:extLst>
                <a:ext uri="{FF2B5EF4-FFF2-40B4-BE49-F238E27FC236}">
                  <a16:creationId xmlns:a16="http://schemas.microsoft.com/office/drawing/2014/main" id="{E7ABCCCC-600A-DB9F-5E0A-814BF276FFE6}"/>
                </a:ext>
              </a:extLst>
            </p:cNvPr>
            <p:cNvSpPr/>
            <p:nvPr/>
          </p:nvSpPr>
          <p:spPr>
            <a:xfrm>
              <a:off x="4145025" y="994975"/>
              <a:ext cx="111500" cy="47325"/>
            </a:xfrm>
            <a:custGeom>
              <a:avLst/>
              <a:gdLst/>
              <a:ahLst/>
              <a:cxnLst/>
              <a:rect l="l" t="t" r="r" b="b"/>
              <a:pathLst>
                <a:path w="4460" h="1893" extrusionOk="0">
                  <a:moveTo>
                    <a:pt x="1539" y="105"/>
                  </a:moveTo>
                  <a:cubicBezTo>
                    <a:pt x="969" y="243"/>
                    <a:pt x="139" y="1"/>
                    <a:pt x="70" y="744"/>
                  </a:cubicBezTo>
                  <a:cubicBezTo>
                    <a:pt x="1" y="1418"/>
                    <a:pt x="813" y="1418"/>
                    <a:pt x="1332" y="1556"/>
                  </a:cubicBezTo>
                  <a:cubicBezTo>
                    <a:pt x="1764" y="1677"/>
                    <a:pt x="2213" y="1764"/>
                    <a:pt x="2645" y="1815"/>
                  </a:cubicBezTo>
                  <a:cubicBezTo>
                    <a:pt x="2898" y="1847"/>
                    <a:pt x="3179" y="1893"/>
                    <a:pt x="3440" y="1893"/>
                  </a:cubicBezTo>
                  <a:cubicBezTo>
                    <a:pt x="3890" y="1893"/>
                    <a:pt x="4279" y="1756"/>
                    <a:pt x="4356" y="1176"/>
                  </a:cubicBezTo>
                  <a:cubicBezTo>
                    <a:pt x="4459" y="346"/>
                    <a:pt x="3561" y="416"/>
                    <a:pt x="2956" y="329"/>
                  </a:cubicBezTo>
                  <a:lnTo>
                    <a:pt x="1539" y="105"/>
                  </a:ln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32" name="Google Shape;732;p59">
              <a:extLst>
                <a:ext uri="{FF2B5EF4-FFF2-40B4-BE49-F238E27FC236}">
                  <a16:creationId xmlns:a16="http://schemas.microsoft.com/office/drawing/2014/main" id="{9AB2918F-C9AE-F488-277E-06F7C9908E55}"/>
                </a:ext>
              </a:extLst>
            </p:cNvPr>
            <p:cNvSpPr/>
            <p:nvPr/>
          </p:nvSpPr>
          <p:spPr>
            <a:xfrm>
              <a:off x="7213625" y="3803350"/>
              <a:ext cx="74075" cy="80050"/>
            </a:xfrm>
            <a:custGeom>
              <a:avLst/>
              <a:gdLst/>
              <a:ahLst/>
              <a:cxnLst/>
              <a:rect l="l" t="t" r="r" b="b"/>
              <a:pathLst>
                <a:path w="2963" h="3202" extrusionOk="0">
                  <a:moveTo>
                    <a:pt x="573" y="1"/>
                  </a:moveTo>
                  <a:cubicBezTo>
                    <a:pt x="233" y="1"/>
                    <a:pt x="0" y="333"/>
                    <a:pt x="59" y="704"/>
                  </a:cubicBezTo>
                  <a:cubicBezTo>
                    <a:pt x="284" y="1965"/>
                    <a:pt x="1096" y="2777"/>
                    <a:pt x="2289" y="3175"/>
                  </a:cubicBezTo>
                  <a:cubicBezTo>
                    <a:pt x="2343" y="3193"/>
                    <a:pt x="2395" y="3202"/>
                    <a:pt x="2445" y="3202"/>
                  </a:cubicBezTo>
                  <a:cubicBezTo>
                    <a:pt x="2729" y="3202"/>
                    <a:pt x="2933" y="2914"/>
                    <a:pt x="2963" y="2414"/>
                  </a:cubicBezTo>
                  <a:cubicBezTo>
                    <a:pt x="2341" y="1619"/>
                    <a:pt x="1960" y="427"/>
                    <a:pt x="751" y="30"/>
                  </a:cubicBezTo>
                  <a:cubicBezTo>
                    <a:pt x="689" y="10"/>
                    <a:pt x="630" y="1"/>
                    <a:pt x="57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33" name="Google Shape;733;p59">
              <a:extLst>
                <a:ext uri="{FF2B5EF4-FFF2-40B4-BE49-F238E27FC236}">
                  <a16:creationId xmlns:a16="http://schemas.microsoft.com/office/drawing/2014/main" id="{D2CCE450-6F4A-70F3-3A80-6A734248BA71}"/>
                </a:ext>
              </a:extLst>
            </p:cNvPr>
            <p:cNvSpPr/>
            <p:nvPr/>
          </p:nvSpPr>
          <p:spPr>
            <a:xfrm>
              <a:off x="6542025" y="3118350"/>
              <a:ext cx="66075" cy="79800"/>
            </a:xfrm>
            <a:custGeom>
              <a:avLst/>
              <a:gdLst/>
              <a:ahLst/>
              <a:cxnLst/>
              <a:rect l="l" t="t" r="r" b="b"/>
              <a:pathLst>
                <a:path w="2643" h="3192" extrusionOk="0">
                  <a:moveTo>
                    <a:pt x="1295" y="1"/>
                  </a:moveTo>
                  <a:cubicBezTo>
                    <a:pt x="1273" y="1"/>
                    <a:pt x="1250" y="2"/>
                    <a:pt x="1226" y="4"/>
                  </a:cubicBezTo>
                  <a:cubicBezTo>
                    <a:pt x="275" y="108"/>
                    <a:pt x="51" y="954"/>
                    <a:pt x="33" y="1732"/>
                  </a:cubicBezTo>
                  <a:cubicBezTo>
                    <a:pt x="1" y="2354"/>
                    <a:pt x="200" y="3192"/>
                    <a:pt x="910" y="3192"/>
                  </a:cubicBezTo>
                  <a:cubicBezTo>
                    <a:pt x="950" y="3192"/>
                    <a:pt x="992" y="3189"/>
                    <a:pt x="1036" y="3184"/>
                  </a:cubicBezTo>
                  <a:cubicBezTo>
                    <a:pt x="2643" y="2959"/>
                    <a:pt x="1640" y="1767"/>
                    <a:pt x="1640" y="1110"/>
                  </a:cubicBezTo>
                  <a:cubicBezTo>
                    <a:pt x="1740" y="547"/>
                    <a:pt x="1792" y="1"/>
                    <a:pt x="1295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34" name="Google Shape;734;p59">
              <a:extLst>
                <a:ext uri="{FF2B5EF4-FFF2-40B4-BE49-F238E27FC236}">
                  <a16:creationId xmlns:a16="http://schemas.microsoft.com/office/drawing/2014/main" id="{3AAF1745-FB97-1665-47C9-5AF1991258D3}"/>
                </a:ext>
              </a:extLst>
            </p:cNvPr>
            <p:cNvSpPr/>
            <p:nvPr/>
          </p:nvSpPr>
          <p:spPr>
            <a:xfrm>
              <a:off x="4278100" y="987200"/>
              <a:ext cx="87225" cy="50150"/>
            </a:xfrm>
            <a:custGeom>
              <a:avLst/>
              <a:gdLst/>
              <a:ahLst/>
              <a:cxnLst/>
              <a:rect l="l" t="t" r="r" b="b"/>
              <a:pathLst>
                <a:path w="3489" h="2006" extrusionOk="0">
                  <a:moveTo>
                    <a:pt x="2519" y="46"/>
                  </a:moveTo>
                  <a:cubicBezTo>
                    <a:pt x="2407" y="46"/>
                    <a:pt x="2296" y="60"/>
                    <a:pt x="2195" y="87"/>
                  </a:cubicBezTo>
                  <a:cubicBezTo>
                    <a:pt x="1435" y="312"/>
                    <a:pt x="191" y="1"/>
                    <a:pt x="87" y="1107"/>
                  </a:cubicBezTo>
                  <a:cubicBezTo>
                    <a:pt x="1" y="1798"/>
                    <a:pt x="986" y="1746"/>
                    <a:pt x="1642" y="1781"/>
                  </a:cubicBezTo>
                  <a:cubicBezTo>
                    <a:pt x="2299" y="1556"/>
                    <a:pt x="3422" y="2005"/>
                    <a:pt x="3474" y="813"/>
                  </a:cubicBezTo>
                  <a:cubicBezTo>
                    <a:pt x="3488" y="284"/>
                    <a:pt x="2986" y="46"/>
                    <a:pt x="2519" y="46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35" name="Google Shape;735;p59">
              <a:extLst>
                <a:ext uri="{FF2B5EF4-FFF2-40B4-BE49-F238E27FC236}">
                  <a16:creationId xmlns:a16="http://schemas.microsoft.com/office/drawing/2014/main" id="{47708323-E271-2D79-8EA3-0373B5E7D18C}"/>
                </a:ext>
              </a:extLst>
            </p:cNvPr>
            <p:cNvSpPr/>
            <p:nvPr/>
          </p:nvSpPr>
          <p:spPr>
            <a:xfrm>
              <a:off x="6595650" y="1204100"/>
              <a:ext cx="81075" cy="41800"/>
            </a:xfrm>
            <a:custGeom>
              <a:avLst/>
              <a:gdLst/>
              <a:ahLst/>
              <a:cxnLst/>
              <a:rect l="l" t="t" r="r" b="b"/>
              <a:pathLst>
                <a:path w="3243" h="1672" extrusionOk="0">
                  <a:moveTo>
                    <a:pt x="1466" y="121"/>
                  </a:moveTo>
                  <a:cubicBezTo>
                    <a:pt x="1366" y="163"/>
                    <a:pt x="1241" y="173"/>
                    <a:pt x="1106" y="173"/>
                  </a:cubicBezTo>
                  <a:cubicBezTo>
                    <a:pt x="987" y="173"/>
                    <a:pt x="861" y="165"/>
                    <a:pt x="738" y="165"/>
                  </a:cubicBezTo>
                  <a:cubicBezTo>
                    <a:pt x="371" y="165"/>
                    <a:pt x="34" y="234"/>
                    <a:pt x="14" y="778"/>
                  </a:cubicBezTo>
                  <a:cubicBezTo>
                    <a:pt x="0" y="1593"/>
                    <a:pt x="628" y="1660"/>
                    <a:pt x="1232" y="1660"/>
                  </a:cubicBezTo>
                  <a:cubicBezTo>
                    <a:pt x="1352" y="1660"/>
                    <a:pt x="1472" y="1658"/>
                    <a:pt x="1585" y="1658"/>
                  </a:cubicBezTo>
                  <a:cubicBezTo>
                    <a:pt x="1627" y="1658"/>
                    <a:pt x="1668" y="1658"/>
                    <a:pt x="1708" y="1659"/>
                  </a:cubicBezTo>
                  <a:cubicBezTo>
                    <a:pt x="1826" y="1666"/>
                    <a:pt x="1954" y="1672"/>
                    <a:pt x="2085" y="1672"/>
                  </a:cubicBezTo>
                  <a:cubicBezTo>
                    <a:pt x="2644" y="1672"/>
                    <a:pt x="3242" y="1563"/>
                    <a:pt x="3228" y="933"/>
                  </a:cubicBezTo>
                  <a:cubicBezTo>
                    <a:pt x="3194" y="0"/>
                    <a:pt x="2209" y="207"/>
                    <a:pt x="1466" y="12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36" name="Google Shape;736;p59">
              <a:extLst>
                <a:ext uri="{FF2B5EF4-FFF2-40B4-BE49-F238E27FC236}">
                  <a16:creationId xmlns:a16="http://schemas.microsoft.com/office/drawing/2014/main" id="{72F373F4-3D43-55C3-5133-591375D02C2B}"/>
                </a:ext>
              </a:extLst>
            </p:cNvPr>
            <p:cNvSpPr/>
            <p:nvPr/>
          </p:nvSpPr>
          <p:spPr>
            <a:xfrm>
              <a:off x="5040350" y="1034625"/>
              <a:ext cx="81550" cy="46975"/>
            </a:xfrm>
            <a:custGeom>
              <a:avLst/>
              <a:gdLst/>
              <a:ahLst/>
              <a:cxnLst/>
              <a:rect l="l" t="t" r="r" b="b"/>
              <a:pathLst>
                <a:path w="3262" h="1879" extrusionOk="0">
                  <a:moveTo>
                    <a:pt x="1625" y="1"/>
                  </a:moveTo>
                  <a:cubicBezTo>
                    <a:pt x="803" y="1"/>
                    <a:pt x="279" y="461"/>
                    <a:pt x="99" y="1249"/>
                  </a:cubicBezTo>
                  <a:cubicBezTo>
                    <a:pt x="0" y="1616"/>
                    <a:pt x="339" y="1879"/>
                    <a:pt x="645" y="1879"/>
                  </a:cubicBezTo>
                  <a:cubicBezTo>
                    <a:pt x="714" y="1879"/>
                    <a:pt x="781" y="1865"/>
                    <a:pt x="842" y="1837"/>
                  </a:cubicBezTo>
                  <a:cubicBezTo>
                    <a:pt x="1620" y="1474"/>
                    <a:pt x="2829" y="1750"/>
                    <a:pt x="3106" y="800"/>
                  </a:cubicBezTo>
                  <a:cubicBezTo>
                    <a:pt x="3261" y="229"/>
                    <a:pt x="2363" y="22"/>
                    <a:pt x="1758" y="5"/>
                  </a:cubicBezTo>
                  <a:cubicBezTo>
                    <a:pt x="1713" y="2"/>
                    <a:pt x="1668" y="1"/>
                    <a:pt x="1625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37" name="Google Shape;737;p59">
              <a:extLst>
                <a:ext uri="{FF2B5EF4-FFF2-40B4-BE49-F238E27FC236}">
                  <a16:creationId xmlns:a16="http://schemas.microsoft.com/office/drawing/2014/main" id="{212B6F8B-454B-A081-AF0E-72EAA3740F76}"/>
                </a:ext>
              </a:extLst>
            </p:cNvPr>
            <p:cNvSpPr/>
            <p:nvPr/>
          </p:nvSpPr>
          <p:spPr>
            <a:xfrm>
              <a:off x="6380950" y="3302475"/>
              <a:ext cx="77800" cy="40225"/>
            </a:xfrm>
            <a:custGeom>
              <a:avLst/>
              <a:gdLst/>
              <a:ahLst/>
              <a:cxnLst/>
              <a:rect l="l" t="t" r="r" b="b"/>
              <a:pathLst>
                <a:path w="3112" h="1609" extrusionOk="0">
                  <a:moveTo>
                    <a:pt x="843" y="80"/>
                  </a:moveTo>
                  <a:cubicBezTo>
                    <a:pt x="352" y="80"/>
                    <a:pt x="1" y="466"/>
                    <a:pt x="65" y="882"/>
                  </a:cubicBezTo>
                  <a:cubicBezTo>
                    <a:pt x="161" y="1545"/>
                    <a:pt x="602" y="1578"/>
                    <a:pt x="1054" y="1578"/>
                  </a:cubicBezTo>
                  <a:cubicBezTo>
                    <a:pt x="1103" y="1578"/>
                    <a:pt x="1152" y="1577"/>
                    <a:pt x="1201" y="1577"/>
                  </a:cubicBezTo>
                  <a:cubicBezTo>
                    <a:pt x="1347" y="1577"/>
                    <a:pt x="1491" y="1581"/>
                    <a:pt x="1620" y="1608"/>
                  </a:cubicBezTo>
                  <a:cubicBezTo>
                    <a:pt x="1746" y="1549"/>
                    <a:pt x="1903" y="1535"/>
                    <a:pt x="2065" y="1535"/>
                  </a:cubicBezTo>
                  <a:cubicBezTo>
                    <a:pt x="2212" y="1535"/>
                    <a:pt x="2363" y="1547"/>
                    <a:pt x="2502" y="1547"/>
                  </a:cubicBezTo>
                  <a:cubicBezTo>
                    <a:pt x="2845" y="1547"/>
                    <a:pt x="3112" y="1478"/>
                    <a:pt x="3037" y="1003"/>
                  </a:cubicBezTo>
                  <a:cubicBezTo>
                    <a:pt x="2882" y="1"/>
                    <a:pt x="1741" y="191"/>
                    <a:pt x="963" y="87"/>
                  </a:cubicBezTo>
                  <a:cubicBezTo>
                    <a:pt x="923" y="82"/>
                    <a:pt x="882" y="80"/>
                    <a:pt x="843" y="8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38" name="Google Shape;738;p59">
              <a:extLst>
                <a:ext uri="{FF2B5EF4-FFF2-40B4-BE49-F238E27FC236}">
                  <a16:creationId xmlns:a16="http://schemas.microsoft.com/office/drawing/2014/main" id="{6AEFEDB8-DD56-AD90-B2B6-5B1004FCF521}"/>
                </a:ext>
              </a:extLst>
            </p:cNvPr>
            <p:cNvSpPr/>
            <p:nvPr/>
          </p:nvSpPr>
          <p:spPr>
            <a:xfrm>
              <a:off x="4384825" y="996700"/>
              <a:ext cx="62025" cy="39775"/>
            </a:xfrm>
            <a:custGeom>
              <a:avLst/>
              <a:gdLst/>
              <a:ahLst/>
              <a:cxnLst/>
              <a:rect l="l" t="t" r="r" b="b"/>
              <a:pathLst>
                <a:path w="2481" h="1591" extrusionOk="0">
                  <a:moveTo>
                    <a:pt x="1811" y="155"/>
                  </a:moveTo>
                  <a:cubicBezTo>
                    <a:pt x="1713" y="155"/>
                    <a:pt x="1613" y="168"/>
                    <a:pt x="1521" y="191"/>
                  </a:cubicBezTo>
                  <a:cubicBezTo>
                    <a:pt x="985" y="312"/>
                    <a:pt x="121" y="1"/>
                    <a:pt x="52" y="917"/>
                  </a:cubicBezTo>
                  <a:cubicBezTo>
                    <a:pt x="0" y="1487"/>
                    <a:pt x="536" y="1574"/>
                    <a:pt x="1054" y="1591"/>
                  </a:cubicBezTo>
                  <a:cubicBezTo>
                    <a:pt x="1573" y="1418"/>
                    <a:pt x="2385" y="1556"/>
                    <a:pt x="2454" y="727"/>
                  </a:cubicBezTo>
                  <a:cubicBezTo>
                    <a:pt x="2481" y="311"/>
                    <a:pt x="2153" y="155"/>
                    <a:pt x="1811" y="15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39" name="Google Shape;739;p59">
              <a:extLst>
                <a:ext uri="{FF2B5EF4-FFF2-40B4-BE49-F238E27FC236}">
                  <a16:creationId xmlns:a16="http://schemas.microsoft.com/office/drawing/2014/main" id="{A5E6C5A9-8645-A663-BF9C-152A89F52696}"/>
                </a:ext>
              </a:extLst>
            </p:cNvPr>
            <p:cNvSpPr/>
            <p:nvPr/>
          </p:nvSpPr>
          <p:spPr>
            <a:xfrm>
              <a:off x="2100625" y="1004500"/>
              <a:ext cx="520200" cy="95050"/>
            </a:xfrm>
            <a:custGeom>
              <a:avLst/>
              <a:gdLst/>
              <a:ahLst/>
              <a:cxnLst/>
              <a:rect l="l" t="t" r="r" b="b"/>
              <a:pathLst>
                <a:path w="20808" h="3802" extrusionOk="0">
                  <a:moveTo>
                    <a:pt x="20756" y="0"/>
                  </a:moveTo>
                  <a:lnTo>
                    <a:pt x="20738" y="17"/>
                  </a:lnTo>
                  <a:lnTo>
                    <a:pt x="20773" y="17"/>
                  </a:lnTo>
                  <a:lnTo>
                    <a:pt x="20808" y="0"/>
                  </a:lnTo>
                  <a:close/>
                  <a:moveTo>
                    <a:pt x="1" y="3785"/>
                  </a:moveTo>
                  <a:lnTo>
                    <a:pt x="1" y="3802"/>
                  </a:lnTo>
                  <a:lnTo>
                    <a:pt x="18" y="3802"/>
                  </a:lnTo>
                  <a:lnTo>
                    <a:pt x="18" y="3785"/>
                  </a:ln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40" name="Google Shape;740;p59">
              <a:extLst>
                <a:ext uri="{FF2B5EF4-FFF2-40B4-BE49-F238E27FC236}">
                  <a16:creationId xmlns:a16="http://schemas.microsoft.com/office/drawing/2014/main" id="{DB178DCB-9129-BCEB-EA5A-8A576E8E2ADA}"/>
                </a:ext>
              </a:extLst>
            </p:cNvPr>
            <p:cNvSpPr/>
            <p:nvPr/>
          </p:nvSpPr>
          <p:spPr>
            <a:xfrm>
              <a:off x="233350" y="949250"/>
              <a:ext cx="3232550" cy="3802300"/>
            </a:xfrm>
            <a:custGeom>
              <a:avLst/>
              <a:gdLst/>
              <a:ahLst/>
              <a:cxnLst/>
              <a:rect l="l" t="t" r="r" b="b"/>
              <a:pathLst>
                <a:path w="129302" h="152092" extrusionOk="0">
                  <a:moveTo>
                    <a:pt x="97270" y="1644"/>
                  </a:moveTo>
                  <a:cubicBezTo>
                    <a:pt x="97347" y="1644"/>
                    <a:pt x="97424" y="1648"/>
                    <a:pt x="97503" y="1657"/>
                  </a:cubicBezTo>
                  <a:cubicBezTo>
                    <a:pt x="97555" y="1674"/>
                    <a:pt x="97607" y="1692"/>
                    <a:pt x="97642" y="1709"/>
                  </a:cubicBezTo>
                  <a:lnTo>
                    <a:pt x="95601" y="2170"/>
                  </a:lnTo>
                  <a:lnTo>
                    <a:pt x="95601" y="2170"/>
                  </a:lnTo>
                  <a:cubicBezTo>
                    <a:pt x="96129" y="1917"/>
                    <a:pt x="96661" y="1644"/>
                    <a:pt x="97270" y="1644"/>
                  </a:cubicBezTo>
                  <a:close/>
                  <a:moveTo>
                    <a:pt x="95473" y="2210"/>
                  </a:moveTo>
                  <a:lnTo>
                    <a:pt x="95447" y="2227"/>
                  </a:lnTo>
                  <a:lnTo>
                    <a:pt x="95429" y="2227"/>
                  </a:lnTo>
                  <a:lnTo>
                    <a:pt x="95464" y="2210"/>
                  </a:lnTo>
                  <a:close/>
                  <a:moveTo>
                    <a:pt x="68358" y="8951"/>
                  </a:moveTo>
                  <a:cubicBezTo>
                    <a:pt x="68553" y="8951"/>
                    <a:pt x="68761" y="9049"/>
                    <a:pt x="68989" y="9313"/>
                  </a:cubicBezTo>
                  <a:cubicBezTo>
                    <a:pt x="69208" y="9280"/>
                    <a:pt x="69420" y="9268"/>
                    <a:pt x="69634" y="9268"/>
                  </a:cubicBezTo>
                  <a:cubicBezTo>
                    <a:pt x="69758" y="9268"/>
                    <a:pt x="69882" y="9272"/>
                    <a:pt x="70008" y="9278"/>
                  </a:cubicBezTo>
                  <a:cubicBezTo>
                    <a:pt x="70061" y="9286"/>
                    <a:pt x="70117" y="9289"/>
                    <a:pt x="70177" y="9289"/>
                  </a:cubicBezTo>
                  <a:cubicBezTo>
                    <a:pt x="70522" y="9289"/>
                    <a:pt x="70965" y="9176"/>
                    <a:pt x="71318" y="9176"/>
                  </a:cubicBezTo>
                  <a:cubicBezTo>
                    <a:pt x="71841" y="9176"/>
                    <a:pt x="72167" y="9425"/>
                    <a:pt x="71685" y="10661"/>
                  </a:cubicBezTo>
                  <a:cubicBezTo>
                    <a:pt x="71581" y="10937"/>
                    <a:pt x="71823" y="11265"/>
                    <a:pt x="72151" y="11386"/>
                  </a:cubicBezTo>
                  <a:cubicBezTo>
                    <a:pt x="72428" y="11438"/>
                    <a:pt x="72722" y="11490"/>
                    <a:pt x="72998" y="11507"/>
                  </a:cubicBezTo>
                  <a:cubicBezTo>
                    <a:pt x="72652" y="11922"/>
                    <a:pt x="72359" y="12406"/>
                    <a:pt x="71927" y="12717"/>
                  </a:cubicBezTo>
                  <a:cubicBezTo>
                    <a:pt x="71831" y="12786"/>
                    <a:pt x="71741" y="12813"/>
                    <a:pt x="71654" y="12813"/>
                  </a:cubicBezTo>
                  <a:cubicBezTo>
                    <a:pt x="71349" y="12813"/>
                    <a:pt x="71090" y="12473"/>
                    <a:pt x="70821" y="12406"/>
                  </a:cubicBezTo>
                  <a:cubicBezTo>
                    <a:pt x="69127" y="11939"/>
                    <a:pt x="69334" y="10488"/>
                    <a:pt x="68989" y="9313"/>
                  </a:cubicBezTo>
                  <a:lnTo>
                    <a:pt x="67330" y="9520"/>
                  </a:lnTo>
                  <a:cubicBezTo>
                    <a:pt x="67668" y="9295"/>
                    <a:pt x="67992" y="8951"/>
                    <a:pt x="68358" y="8951"/>
                  </a:cubicBezTo>
                  <a:close/>
                  <a:moveTo>
                    <a:pt x="51546" y="12467"/>
                  </a:moveTo>
                  <a:cubicBezTo>
                    <a:pt x="51593" y="12467"/>
                    <a:pt x="51647" y="12470"/>
                    <a:pt x="51707" y="12475"/>
                  </a:cubicBezTo>
                  <a:cubicBezTo>
                    <a:pt x="51897" y="12648"/>
                    <a:pt x="52157" y="12890"/>
                    <a:pt x="52433" y="13115"/>
                  </a:cubicBezTo>
                  <a:cubicBezTo>
                    <a:pt x="52260" y="13270"/>
                    <a:pt x="52053" y="13374"/>
                    <a:pt x="51845" y="13460"/>
                  </a:cubicBezTo>
                  <a:cubicBezTo>
                    <a:pt x="51802" y="13467"/>
                    <a:pt x="51764" y="13470"/>
                    <a:pt x="51729" y="13470"/>
                  </a:cubicBezTo>
                  <a:cubicBezTo>
                    <a:pt x="51300" y="13470"/>
                    <a:pt x="51439" y="13007"/>
                    <a:pt x="51327" y="12752"/>
                  </a:cubicBezTo>
                  <a:cubicBezTo>
                    <a:pt x="51225" y="12548"/>
                    <a:pt x="51295" y="12467"/>
                    <a:pt x="51546" y="12467"/>
                  </a:cubicBezTo>
                  <a:close/>
                  <a:moveTo>
                    <a:pt x="55481" y="12549"/>
                  </a:moveTo>
                  <a:cubicBezTo>
                    <a:pt x="55526" y="12549"/>
                    <a:pt x="55570" y="12553"/>
                    <a:pt x="55613" y="12562"/>
                  </a:cubicBezTo>
                  <a:lnTo>
                    <a:pt x="54576" y="13789"/>
                  </a:lnTo>
                  <a:lnTo>
                    <a:pt x="53954" y="13184"/>
                  </a:lnTo>
                  <a:cubicBezTo>
                    <a:pt x="54420" y="12976"/>
                    <a:pt x="54870" y="12752"/>
                    <a:pt x="55336" y="12562"/>
                  </a:cubicBezTo>
                  <a:cubicBezTo>
                    <a:pt x="55388" y="12553"/>
                    <a:pt x="55436" y="12549"/>
                    <a:pt x="55481" y="12549"/>
                  </a:cubicBezTo>
                  <a:close/>
                  <a:moveTo>
                    <a:pt x="116966" y="0"/>
                  </a:moveTo>
                  <a:cubicBezTo>
                    <a:pt x="112339" y="0"/>
                    <a:pt x="107712" y="747"/>
                    <a:pt x="103085" y="1035"/>
                  </a:cubicBezTo>
                  <a:cubicBezTo>
                    <a:pt x="101910" y="1104"/>
                    <a:pt x="100735" y="983"/>
                    <a:pt x="99542" y="1260"/>
                  </a:cubicBezTo>
                  <a:cubicBezTo>
                    <a:pt x="99533" y="1262"/>
                    <a:pt x="99523" y="1263"/>
                    <a:pt x="99512" y="1263"/>
                  </a:cubicBezTo>
                  <a:cubicBezTo>
                    <a:pt x="99194" y="1263"/>
                    <a:pt x="98389" y="307"/>
                    <a:pt x="97503" y="240"/>
                  </a:cubicBezTo>
                  <a:cubicBezTo>
                    <a:pt x="96554" y="172"/>
                    <a:pt x="95607" y="143"/>
                    <a:pt x="94661" y="143"/>
                  </a:cubicBezTo>
                  <a:cubicBezTo>
                    <a:pt x="91541" y="143"/>
                    <a:pt x="88432" y="459"/>
                    <a:pt x="85303" y="724"/>
                  </a:cubicBezTo>
                  <a:cubicBezTo>
                    <a:pt x="83379" y="875"/>
                    <a:pt x="81549" y="1637"/>
                    <a:pt x="79578" y="1637"/>
                  </a:cubicBezTo>
                  <a:cubicBezTo>
                    <a:pt x="79300" y="1637"/>
                    <a:pt x="79020" y="1622"/>
                    <a:pt x="78736" y="1588"/>
                  </a:cubicBezTo>
                  <a:cubicBezTo>
                    <a:pt x="78573" y="1568"/>
                    <a:pt x="78403" y="1557"/>
                    <a:pt x="78229" y="1557"/>
                  </a:cubicBezTo>
                  <a:cubicBezTo>
                    <a:pt x="77349" y="1557"/>
                    <a:pt x="76386" y="1840"/>
                    <a:pt x="75953" y="2677"/>
                  </a:cubicBezTo>
                  <a:cubicBezTo>
                    <a:pt x="75538" y="3489"/>
                    <a:pt x="76333" y="4163"/>
                    <a:pt x="76956" y="4750"/>
                  </a:cubicBezTo>
                  <a:cubicBezTo>
                    <a:pt x="77215" y="4992"/>
                    <a:pt x="77232" y="5511"/>
                    <a:pt x="77370" y="5891"/>
                  </a:cubicBezTo>
                  <a:cubicBezTo>
                    <a:pt x="77348" y="5890"/>
                    <a:pt x="77325" y="5889"/>
                    <a:pt x="77301" y="5889"/>
                  </a:cubicBezTo>
                  <a:cubicBezTo>
                    <a:pt x="77154" y="5889"/>
                    <a:pt x="76988" y="5912"/>
                    <a:pt x="76844" y="5912"/>
                  </a:cubicBezTo>
                  <a:cubicBezTo>
                    <a:pt x="76726" y="5912"/>
                    <a:pt x="76623" y="5896"/>
                    <a:pt x="76558" y="5839"/>
                  </a:cubicBezTo>
                  <a:cubicBezTo>
                    <a:pt x="76285" y="5586"/>
                    <a:pt x="76034" y="5489"/>
                    <a:pt x="75796" y="5489"/>
                  </a:cubicBezTo>
                  <a:cubicBezTo>
                    <a:pt x="75417" y="5489"/>
                    <a:pt x="75070" y="5733"/>
                    <a:pt x="74709" y="5977"/>
                  </a:cubicBezTo>
                  <a:lnTo>
                    <a:pt x="74709" y="5995"/>
                  </a:lnTo>
                  <a:lnTo>
                    <a:pt x="74692" y="5995"/>
                  </a:lnTo>
                  <a:cubicBezTo>
                    <a:pt x="74415" y="6358"/>
                    <a:pt x="73707" y="6479"/>
                    <a:pt x="73897" y="7066"/>
                  </a:cubicBezTo>
                  <a:cubicBezTo>
                    <a:pt x="74104" y="7654"/>
                    <a:pt x="74761" y="7671"/>
                    <a:pt x="75331" y="7723"/>
                  </a:cubicBezTo>
                  <a:lnTo>
                    <a:pt x="75625" y="7723"/>
                  </a:lnTo>
                  <a:lnTo>
                    <a:pt x="77146" y="7982"/>
                  </a:lnTo>
                  <a:cubicBezTo>
                    <a:pt x="76904" y="8068"/>
                    <a:pt x="76662" y="8120"/>
                    <a:pt x="76403" y="8120"/>
                  </a:cubicBezTo>
                  <a:cubicBezTo>
                    <a:pt x="76178" y="8103"/>
                    <a:pt x="75970" y="7930"/>
                    <a:pt x="75729" y="7861"/>
                  </a:cubicBezTo>
                  <a:cubicBezTo>
                    <a:pt x="75594" y="7823"/>
                    <a:pt x="75464" y="7807"/>
                    <a:pt x="75337" y="7807"/>
                  </a:cubicBezTo>
                  <a:cubicBezTo>
                    <a:pt x="74777" y="7807"/>
                    <a:pt x="74273" y="8116"/>
                    <a:pt x="73724" y="8172"/>
                  </a:cubicBezTo>
                  <a:cubicBezTo>
                    <a:pt x="73717" y="8173"/>
                    <a:pt x="73710" y="8174"/>
                    <a:pt x="73702" y="8174"/>
                  </a:cubicBezTo>
                  <a:cubicBezTo>
                    <a:pt x="73450" y="8174"/>
                    <a:pt x="72913" y="7613"/>
                    <a:pt x="72946" y="7394"/>
                  </a:cubicBezTo>
                  <a:cubicBezTo>
                    <a:pt x="73102" y="6479"/>
                    <a:pt x="73810" y="6098"/>
                    <a:pt x="74674" y="5995"/>
                  </a:cubicBezTo>
                  <a:lnTo>
                    <a:pt x="74674" y="5977"/>
                  </a:lnTo>
                  <a:cubicBezTo>
                    <a:pt x="74726" y="5545"/>
                    <a:pt x="74830" y="5113"/>
                    <a:pt x="74951" y="4681"/>
                  </a:cubicBezTo>
                  <a:cubicBezTo>
                    <a:pt x="75072" y="4370"/>
                    <a:pt x="75435" y="4076"/>
                    <a:pt x="75124" y="3748"/>
                  </a:cubicBezTo>
                  <a:cubicBezTo>
                    <a:pt x="74832" y="3467"/>
                    <a:pt x="74483" y="3396"/>
                    <a:pt x="74119" y="3396"/>
                  </a:cubicBezTo>
                  <a:cubicBezTo>
                    <a:pt x="73856" y="3396"/>
                    <a:pt x="73587" y="3433"/>
                    <a:pt x="73326" y="3454"/>
                  </a:cubicBezTo>
                  <a:cubicBezTo>
                    <a:pt x="72946" y="3506"/>
                    <a:pt x="72756" y="3748"/>
                    <a:pt x="72704" y="4180"/>
                  </a:cubicBezTo>
                  <a:cubicBezTo>
                    <a:pt x="72601" y="5252"/>
                    <a:pt x="72134" y="6098"/>
                    <a:pt x="70959" y="6340"/>
                  </a:cubicBezTo>
                  <a:cubicBezTo>
                    <a:pt x="70855" y="6427"/>
                    <a:pt x="70769" y="6513"/>
                    <a:pt x="70665" y="6617"/>
                  </a:cubicBezTo>
                  <a:cubicBezTo>
                    <a:pt x="70786" y="6859"/>
                    <a:pt x="70924" y="7083"/>
                    <a:pt x="71097" y="7291"/>
                  </a:cubicBezTo>
                  <a:cubicBezTo>
                    <a:pt x="71304" y="7412"/>
                    <a:pt x="71546" y="7515"/>
                    <a:pt x="71788" y="7567"/>
                  </a:cubicBezTo>
                  <a:cubicBezTo>
                    <a:pt x="71650" y="7550"/>
                    <a:pt x="71512" y="7541"/>
                    <a:pt x="71374" y="7541"/>
                  </a:cubicBezTo>
                  <a:cubicBezTo>
                    <a:pt x="71235" y="7541"/>
                    <a:pt x="71097" y="7550"/>
                    <a:pt x="70959" y="7567"/>
                  </a:cubicBezTo>
                  <a:cubicBezTo>
                    <a:pt x="70569" y="7671"/>
                    <a:pt x="70173" y="7708"/>
                    <a:pt x="69775" y="7708"/>
                  </a:cubicBezTo>
                  <a:cubicBezTo>
                    <a:pt x="68812" y="7708"/>
                    <a:pt x="67832" y="7494"/>
                    <a:pt x="66868" y="7494"/>
                  </a:cubicBezTo>
                  <a:cubicBezTo>
                    <a:pt x="66108" y="7494"/>
                    <a:pt x="65357" y="7627"/>
                    <a:pt x="64634" y="8103"/>
                  </a:cubicBezTo>
                  <a:cubicBezTo>
                    <a:pt x="64271" y="8345"/>
                    <a:pt x="63580" y="8379"/>
                    <a:pt x="63666" y="8863"/>
                  </a:cubicBezTo>
                  <a:cubicBezTo>
                    <a:pt x="63752" y="9382"/>
                    <a:pt x="64167" y="9900"/>
                    <a:pt x="64547" y="10315"/>
                  </a:cubicBezTo>
                  <a:cubicBezTo>
                    <a:pt x="64666" y="10447"/>
                    <a:pt x="64798" y="10498"/>
                    <a:pt x="64939" y="10498"/>
                  </a:cubicBezTo>
                  <a:cubicBezTo>
                    <a:pt x="65148" y="10498"/>
                    <a:pt x="65375" y="10387"/>
                    <a:pt x="65602" y="10263"/>
                  </a:cubicBezTo>
                  <a:cubicBezTo>
                    <a:pt x="66124" y="9977"/>
                    <a:pt x="66711" y="9789"/>
                    <a:pt x="67269" y="9556"/>
                  </a:cubicBezTo>
                  <a:lnTo>
                    <a:pt x="67269" y="9556"/>
                  </a:lnTo>
                  <a:cubicBezTo>
                    <a:pt x="66173" y="11022"/>
                    <a:pt x="64072" y="10911"/>
                    <a:pt x="62975" y="11974"/>
                  </a:cubicBezTo>
                  <a:cubicBezTo>
                    <a:pt x="62086" y="12850"/>
                    <a:pt x="61268" y="13162"/>
                    <a:pt x="60357" y="13162"/>
                  </a:cubicBezTo>
                  <a:cubicBezTo>
                    <a:pt x="59993" y="13162"/>
                    <a:pt x="59613" y="13112"/>
                    <a:pt x="59207" y="13028"/>
                  </a:cubicBezTo>
                  <a:cubicBezTo>
                    <a:pt x="58430" y="12873"/>
                    <a:pt x="57687" y="12510"/>
                    <a:pt x="56926" y="12233"/>
                  </a:cubicBezTo>
                  <a:cubicBezTo>
                    <a:pt x="57173" y="12050"/>
                    <a:pt x="57402" y="11981"/>
                    <a:pt x="57619" y="11981"/>
                  </a:cubicBezTo>
                  <a:cubicBezTo>
                    <a:pt x="58162" y="11981"/>
                    <a:pt x="58632" y="12416"/>
                    <a:pt x="59138" y="12613"/>
                  </a:cubicBezTo>
                  <a:cubicBezTo>
                    <a:pt x="59332" y="12687"/>
                    <a:pt x="59512" y="12718"/>
                    <a:pt x="59680" y="12718"/>
                  </a:cubicBezTo>
                  <a:cubicBezTo>
                    <a:pt x="60502" y="12718"/>
                    <a:pt x="61062" y="11967"/>
                    <a:pt x="61765" y="11680"/>
                  </a:cubicBezTo>
                  <a:cubicBezTo>
                    <a:pt x="62404" y="11421"/>
                    <a:pt x="61903" y="10851"/>
                    <a:pt x="61661" y="10384"/>
                  </a:cubicBezTo>
                  <a:cubicBezTo>
                    <a:pt x="61454" y="9987"/>
                    <a:pt x="61921" y="9745"/>
                    <a:pt x="62249" y="9537"/>
                  </a:cubicBezTo>
                  <a:cubicBezTo>
                    <a:pt x="62664" y="9295"/>
                    <a:pt x="63441" y="9226"/>
                    <a:pt x="63182" y="8518"/>
                  </a:cubicBezTo>
                  <a:cubicBezTo>
                    <a:pt x="63018" y="8098"/>
                    <a:pt x="62703" y="8030"/>
                    <a:pt x="62354" y="8030"/>
                  </a:cubicBezTo>
                  <a:cubicBezTo>
                    <a:pt x="62187" y="8030"/>
                    <a:pt x="62013" y="8045"/>
                    <a:pt x="61845" y="8045"/>
                  </a:cubicBezTo>
                  <a:cubicBezTo>
                    <a:pt x="61771" y="8045"/>
                    <a:pt x="61698" y="8042"/>
                    <a:pt x="61627" y="8034"/>
                  </a:cubicBezTo>
                  <a:cubicBezTo>
                    <a:pt x="61564" y="8027"/>
                    <a:pt x="61502" y="8024"/>
                    <a:pt x="61440" y="8024"/>
                  </a:cubicBezTo>
                  <a:cubicBezTo>
                    <a:pt x="60620" y="8024"/>
                    <a:pt x="59973" y="8583"/>
                    <a:pt x="59080" y="8583"/>
                  </a:cubicBezTo>
                  <a:cubicBezTo>
                    <a:pt x="59004" y="8583"/>
                    <a:pt x="58925" y="8579"/>
                    <a:pt x="58844" y="8570"/>
                  </a:cubicBezTo>
                  <a:cubicBezTo>
                    <a:pt x="57410" y="8414"/>
                    <a:pt x="56391" y="7671"/>
                    <a:pt x="55181" y="7187"/>
                  </a:cubicBezTo>
                  <a:cubicBezTo>
                    <a:pt x="54440" y="6892"/>
                    <a:pt x="53723" y="6767"/>
                    <a:pt x="53025" y="6767"/>
                  </a:cubicBezTo>
                  <a:cubicBezTo>
                    <a:pt x="51022" y="6767"/>
                    <a:pt x="49177" y="7799"/>
                    <a:pt x="47370" y="8812"/>
                  </a:cubicBezTo>
                  <a:cubicBezTo>
                    <a:pt x="46903" y="9071"/>
                    <a:pt x="46765" y="9434"/>
                    <a:pt x="46972" y="9969"/>
                  </a:cubicBezTo>
                  <a:cubicBezTo>
                    <a:pt x="47155" y="10426"/>
                    <a:pt x="47351" y="10748"/>
                    <a:pt x="47819" y="10748"/>
                  </a:cubicBezTo>
                  <a:cubicBezTo>
                    <a:pt x="47883" y="10748"/>
                    <a:pt x="47952" y="10742"/>
                    <a:pt x="48026" y="10730"/>
                  </a:cubicBezTo>
                  <a:lnTo>
                    <a:pt x="50498" y="10280"/>
                  </a:lnTo>
                  <a:cubicBezTo>
                    <a:pt x="50618" y="10263"/>
                    <a:pt x="50739" y="10229"/>
                    <a:pt x="50878" y="10194"/>
                  </a:cubicBezTo>
                  <a:lnTo>
                    <a:pt x="50878" y="10194"/>
                  </a:lnTo>
                  <a:cubicBezTo>
                    <a:pt x="50878" y="10298"/>
                    <a:pt x="50860" y="10401"/>
                    <a:pt x="50860" y="10505"/>
                  </a:cubicBezTo>
                  <a:cubicBezTo>
                    <a:pt x="50614" y="11663"/>
                    <a:pt x="50148" y="12321"/>
                    <a:pt x="49280" y="12321"/>
                  </a:cubicBezTo>
                  <a:cubicBezTo>
                    <a:pt x="48931" y="12321"/>
                    <a:pt x="48517" y="12214"/>
                    <a:pt x="48026" y="11991"/>
                  </a:cubicBezTo>
                  <a:cubicBezTo>
                    <a:pt x="46374" y="11254"/>
                    <a:pt x="44693" y="10979"/>
                    <a:pt x="42955" y="10979"/>
                  </a:cubicBezTo>
                  <a:cubicBezTo>
                    <a:pt x="42002" y="10979"/>
                    <a:pt x="41033" y="11062"/>
                    <a:pt x="40042" y="11196"/>
                  </a:cubicBezTo>
                  <a:cubicBezTo>
                    <a:pt x="38536" y="11404"/>
                    <a:pt x="37062" y="12285"/>
                    <a:pt x="35569" y="12285"/>
                  </a:cubicBezTo>
                  <a:cubicBezTo>
                    <a:pt x="35195" y="12285"/>
                    <a:pt x="34820" y="12230"/>
                    <a:pt x="34443" y="12095"/>
                  </a:cubicBezTo>
                  <a:cubicBezTo>
                    <a:pt x="32698" y="11490"/>
                    <a:pt x="30900" y="11110"/>
                    <a:pt x="29068" y="10920"/>
                  </a:cubicBezTo>
                  <a:cubicBezTo>
                    <a:pt x="27080" y="10698"/>
                    <a:pt x="25171" y="10202"/>
                    <a:pt x="23146" y="10202"/>
                  </a:cubicBezTo>
                  <a:cubicBezTo>
                    <a:pt x="22337" y="10202"/>
                    <a:pt x="21510" y="10281"/>
                    <a:pt x="20652" y="10488"/>
                  </a:cubicBezTo>
                  <a:cubicBezTo>
                    <a:pt x="18383" y="11055"/>
                    <a:pt x="16215" y="12269"/>
                    <a:pt x="13793" y="12269"/>
                  </a:cubicBezTo>
                  <a:cubicBezTo>
                    <a:pt x="13559" y="12269"/>
                    <a:pt x="13322" y="12258"/>
                    <a:pt x="13083" y="12233"/>
                  </a:cubicBezTo>
                  <a:cubicBezTo>
                    <a:pt x="13049" y="12230"/>
                    <a:pt x="13015" y="12229"/>
                    <a:pt x="12982" y="12229"/>
                  </a:cubicBezTo>
                  <a:cubicBezTo>
                    <a:pt x="12473" y="12229"/>
                    <a:pt x="12176" y="12605"/>
                    <a:pt x="12323" y="13287"/>
                  </a:cubicBezTo>
                  <a:cubicBezTo>
                    <a:pt x="12498" y="14071"/>
                    <a:pt x="12325" y="14707"/>
                    <a:pt x="11687" y="14707"/>
                  </a:cubicBezTo>
                  <a:cubicBezTo>
                    <a:pt x="11510" y="14707"/>
                    <a:pt x="11296" y="14658"/>
                    <a:pt x="11044" y="14549"/>
                  </a:cubicBezTo>
                  <a:cubicBezTo>
                    <a:pt x="10655" y="14378"/>
                    <a:pt x="10292" y="14308"/>
                    <a:pt x="9947" y="14308"/>
                  </a:cubicBezTo>
                  <a:cubicBezTo>
                    <a:pt x="9034" y="14308"/>
                    <a:pt x="8242" y="14801"/>
                    <a:pt x="7415" y="15240"/>
                  </a:cubicBezTo>
                  <a:cubicBezTo>
                    <a:pt x="6965" y="15482"/>
                    <a:pt x="6672" y="15914"/>
                    <a:pt x="6879" y="16467"/>
                  </a:cubicBezTo>
                  <a:cubicBezTo>
                    <a:pt x="7027" y="16886"/>
                    <a:pt x="7334" y="16988"/>
                    <a:pt x="7700" y="16988"/>
                  </a:cubicBezTo>
                  <a:cubicBezTo>
                    <a:pt x="7802" y="16988"/>
                    <a:pt x="7910" y="16980"/>
                    <a:pt x="8020" y="16968"/>
                  </a:cubicBezTo>
                  <a:cubicBezTo>
                    <a:pt x="8305" y="16929"/>
                    <a:pt x="8590" y="16910"/>
                    <a:pt x="8875" y="16910"/>
                  </a:cubicBezTo>
                  <a:cubicBezTo>
                    <a:pt x="8970" y="16910"/>
                    <a:pt x="9065" y="16912"/>
                    <a:pt x="9160" y="16917"/>
                  </a:cubicBezTo>
                  <a:cubicBezTo>
                    <a:pt x="9186" y="16919"/>
                    <a:pt x="9214" y="16920"/>
                    <a:pt x="9242" y="16920"/>
                  </a:cubicBezTo>
                  <a:cubicBezTo>
                    <a:pt x="9458" y="16920"/>
                    <a:pt x="9735" y="16862"/>
                    <a:pt x="9947" y="16862"/>
                  </a:cubicBezTo>
                  <a:cubicBezTo>
                    <a:pt x="10131" y="16862"/>
                    <a:pt x="10266" y="16906"/>
                    <a:pt x="10266" y="17072"/>
                  </a:cubicBezTo>
                  <a:cubicBezTo>
                    <a:pt x="10266" y="17498"/>
                    <a:pt x="9728" y="17637"/>
                    <a:pt x="9291" y="17637"/>
                  </a:cubicBezTo>
                  <a:cubicBezTo>
                    <a:pt x="9214" y="17637"/>
                    <a:pt x="9141" y="17633"/>
                    <a:pt x="9074" y="17625"/>
                  </a:cubicBezTo>
                  <a:cubicBezTo>
                    <a:pt x="8873" y="17604"/>
                    <a:pt x="8677" y="17594"/>
                    <a:pt x="8484" y="17594"/>
                  </a:cubicBezTo>
                  <a:cubicBezTo>
                    <a:pt x="6314" y="17594"/>
                    <a:pt x="4587" y="18859"/>
                    <a:pt x="2714" y="19716"/>
                  </a:cubicBezTo>
                  <a:cubicBezTo>
                    <a:pt x="1193" y="20407"/>
                    <a:pt x="2351" y="21548"/>
                    <a:pt x="2282" y="22429"/>
                  </a:cubicBezTo>
                  <a:cubicBezTo>
                    <a:pt x="2264" y="22814"/>
                    <a:pt x="2455" y="22907"/>
                    <a:pt x="2706" y="22907"/>
                  </a:cubicBezTo>
                  <a:cubicBezTo>
                    <a:pt x="2939" y="22907"/>
                    <a:pt x="3223" y="22827"/>
                    <a:pt x="3440" y="22827"/>
                  </a:cubicBezTo>
                  <a:cubicBezTo>
                    <a:pt x="3665" y="22827"/>
                    <a:pt x="3872" y="22982"/>
                    <a:pt x="4079" y="23069"/>
                  </a:cubicBezTo>
                  <a:cubicBezTo>
                    <a:pt x="3924" y="23242"/>
                    <a:pt x="3751" y="23380"/>
                    <a:pt x="3544" y="23501"/>
                  </a:cubicBezTo>
                  <a:cubicBezTo>
                    <a:pt x="2610" y="23881"/>
                    <a:pt x="1643" y="24192"/>
                    <a:pt x="709" y="24589"/>
                  </a:cubicBezTo>
                  <a:cubicBezTo>
                    <a:pt x="329" y="24745"/>
                    <a:pt x="1" y="25142"/>
                    <a:pt x="226" y="25609"/>
                  </a:cubicBezTo>
                  <a:cubicBezTo>
                    <a:pt x="325" y="25816"/>
                    <a:pt x="462" y="25880"/>
                    <a:pt x="615" y="25880"/>
                  </a:cubicBezTo>
                  <a:cubicBezTo>
                    <a:pt x="807" y="25880"/>
                    <a:pt x="1026" y="25778"/>
                    <a:pt x="1228" y="25730"/>
                  </a:cubicBezTo>
                  <a:cubicBezTo>
                    <a:pt x="2248" y="25454"/>
                    <a:pt x="3354" y="25350"/>
                    <a:pt x="4252" y="24866"/>
                  </a:cubicBezTo>
                  <a:cubicBezTo>
                    <a:pt x="4601" y="24679"/>
                    <a:pt x="4965" y="24620"/>
                    <a:pt x="5336" y="24620"/>
                  </a:cubicBezTo>
                  <a:cubicBezTo>
                    <a:pt x="5952" y="24620"/>
                    <a:pt x="6585" y="24782"/>
                    <a:pt x="7191" y="24782"/>
                  </a:cubicBezTo>
                  <a:cubicBezTo>
                    <a:pt x="7702" y="24782"/>
                    <a:pt x="8195" y="24667"/>
                    <a:pt x="8642" y="24244"/>
                  </a:cubicBezTo>
                  <a:cubicBezTo>
                    <a:pt x="9143" y="23760"/>
                    <a:pt x="9627" y="23276"/>
                    <a:pt x="10128" y="22809"/>
                  </a:cubicBezTo>
                  <a:cubicBezTo>
                    <a:pt x="10518" y="22438"/>
                    <a:pt x="10935" y="22335"/>
                    <a:pt x="11366" y="22335"/>
                  </a:cubicBezTo>
                  <a:cubicBezTo>
                    <a:pt x="11904" y="22335"/>
                    <a:pt x="12465" y="22495"/>
                    <a:pt x="13026" y="22495"/>
                  </a:cubicBezTo>
                  <a:cubicBezTo>
                    <a:pt x="13270" y="22495"/>
                    <a:pt x="13515" y="22465"/>
                    <a:pt x="13757" y="22377"/>
                  </a:cubicBezTo>
                  <a:cubicBezTo>
                    <a:pt x="14876" y="21972"/>
                    <a:pt x="15968" y="21278"/>
                    <a:pt x="17215" y="21278"/>
                  </a:cubicBezTo>
                  <a:cubicBezTo>
                    <a:pt x="17721" y="21278"/>
                    <a:pt x="18252" y="21392"/>
                    <a:pt x="18820" y="21686"/>
                  </a:cubicBezTo>
                  <a:cubicBezTo>
                    <a:pt x="20272" y="22429"/>
                    <a:pt x="22242" y="22343"/>
                    <a:pt x="21966" y="24780"/>
                  </a:cubicBezTo>
                  <a:cubicBezTo>
                    <a:pt x="21914" y="25212"/>
                    <a:pt x="22104" y="25868"/>
                    <a:pt x="22415" y="26127"/>
                  </a:cubicBezTo>
                  <a:cubicBezTo>
                    <a:pt x="23746" y="27251"/>
                    <a:pt x="23659" y="29411"/>
                    <a:pt x="23210" y="29981"/>
                  </a:cubicBezTo>
                  <a:cubicBezTo>
                    <a:pt x="22052" y="31485"/>
                    <a:pt x="22484" y="32573"/>
                    <a:pt x="22985" y="33973"/>
                  </a:cubicBezTo>
                  <a:cubicBezTo>
                    <a:pt x="23124" y="34405"/>
                    <a:pt x="22795" y="35045"/>
                    <a:pt x="22553" y="35529"/>
                  </a:cubicBezTo>
                  <a:cubicBezTo>
                    <a:pt x="21447" y="37844"/>
                    <a:pt x="19356" y="39469"/>
                    <a:pt x="18233" y="41802"/>
                  </a:cubicBezTo>
                  <a:cubicBezTo>
                    <a:pt x="17455" y="43409"/>
                    <a:pt x="17058" y="48783"/>
                    <a:pt x="18354" y="49734"/>
                  </a:cubicBezTo>
                  <a:cubicBezTo>
                    <a:pt x="20220" y="51116"/>
                    <a:pt x="19927" y="52862"/>
                    <a:pt x="20238" y="54659"/>
                  </a:cubicBezTo>
                  <a:cubicBezTo>
                    <a:pt x="20428" y="55748"/>
                    <a:pt x="20410" y="57528"/>
                    <a:pt x="20687" y="57752"/>
                  </a:cubicBezTo>
                  <a:cubicBezTo>
                    <a:pt x="22380" y="59083"/>
                    <a:pt x="22242" y="61364"/>
                    <a:pt x="23625" y="62764"/>
                  </a:cubicBezTo>
                  <a:cubicBezTo>
                    <a:pt x="23915" y="63066"/>
                    <a:pt x="24197" y="63258"/>
                    <a:pt x="24508" y="63258"/>
                  </a:cubicBezTo>
                  <a:cubicBezTo>
                    <a:pt x="24660" y="63258"/>
                    <a:pt x="24820" y="63212"/>
                    <a:pt x="24990" y="63110"/>
                  </a:cubicBezTo>
                  <a:cubicBezTo>
                    <a:pt x="25508" y="62816"/>
                    <a:pt x="25526" y="62246"/>
                    <a:pt x="25197" y="61831"/>
                  </a:cubicBezTo>
                  <a:cubicBezTo>
                    <a:pt x="23607" y="59671"/>
                    <a:pt x="23746" y="56888"/>
                    <a:pt x="22536" y="54590"/>
                  </a:cubicBezTo>
                  <a:cubicBezTo>
                    <a:pt x="22415" y="54348"/>
                    <a:pt x="22605" y="53933"/>
                    <a:pt x="22692" y="53605"/>
                  </a:cubicBezTo>
                  <a:cubicBezTo>
                    <a:pt x="22704" y="53568"/>
                    <a:pt x="22878" y="53539"/>
                    <a:pt x="22981" y="53539"/>
                  </a:cubicBezTo>
                  <a:cubicBezTo>
                    <a:pt x="23021" y="53539"/>
                    <a:pt x="23050" y="53543"/>
                    <a:pt x="23054" y="53553"/>
                  </a:cubicBezTo>
                  <a:cubicBezTo>
                    <a:pt x="23175" y="53812"/>
                    <a:pt x="23366" y="54106"/>
                    <a:pt x="23366" y="54400"/>
                  </a:cubicBezTo>
                  <a:cubicBezTo>
                    <a:pt x="23383" y="56819"/>
                    <a:pt x="24973" y="58617"/>
                    <a:pt x="26027" y="60569"/>
                  </a:cubicBezTo>
                  <a:cubicBezTo>
                    <a:pt x="26977" y="62297"/>
                    <a:pt x="28654" y="63663"/>
                    <a:pt x="27720" y="65978"/>
                  </a:cubicBezTo>
                  <a:cubicBezTo>
                    <a:pt x="27530" y="66445"/>
                    <a:pt x="27928" y="66791"/>
                    <a:pt x="28273" y="67136"/>
                  </a:cubicBezTo>
                  <a:cubicBezTo>
                    <a:pt x="29138" y="68000"/>
                    <a:pt x="30226" y="68536"/>
                    <a:pt x="31246" y="69193"/>
                  </a:cubicBezTo>
                  <a:cubicBezTo>
                    <a:pt x="32910" y="70222"/>
                    <a:pt x="34447" y="71516"/>
                    <a:pt x="36422" y="71516"/>
                  </a:cubicBezTo>
                  <a:cubicBezTo>
                    <a:pt x="36867" y="71516"/>
                    <a:pt x="37334" y="71451"/>
                    <a:pt x="37830" y="71301"/>
                  </a:cubicBezTo>
                  <a:cubicBezTo>
                    <a:pt x="37930" y="71272"/>
                    <a:pt x="38022" y="71258"/>
                    <a:pt x="38107" y="71258"/>
                  </a:cubicBezTo>
                  <a:cubicBezTo>
                    <a:pt x="38527" y="71258"/>
                    <a:pt x="38793" y="71582"/>
                    <a:pt x="39023" y="71941"/>
                  </a:cubicBezTo>
                  <a:cubicBezTo>
                    <a:pt x="39748" y="73098"/>
                    <a:pt x="40768" y="73721"/>
                    <a:pt x="42116" y="74032"/>
                  </a:cubicBezTo>
                  <a:cubicBezTo>
                    <a:pt x="43585" y="74360"/>
                    <a:pt x="45296" y="74775"/>
                    <a:pt x="45745" y="76399"/>
                  </a:cubicBezTo>
                  <a:cubicBezTo>
                    <a:pt x="46194" y="78110"/>
                    <a:pt x="47439" y="79112"/>
                    <a:pt x="48648" y="79907"/>
                  </a:cubicBezTo>
                  <a:cubicBezTo>
                    <a:pt x="49237" y="80296"/>
                    <a:pt x="50039" y="81326"/>
                    <a:pt x="50895" y="81326"/>
                  </a:cubicBezTo>
                  <a:cubicBezTo>
                    <a:pt x="51372" y="81326"/>
                    <a:pt x="51865" y="81007"/>
                    <a:pt x="52347" y="80080"/>
                  </a:cubicBezTo>
                  <a:cubicBezTo>
                    <a:pt x="52462" y="79850"/>
                    <a:pt x="52631" y="79714"/>
                    <a:pt x="52813" y="79714"/>
                  </a:cubicBezTo>
                  <a:cubicBezTo>
                    <a:pt x="53013" y="79714"/>
                    <a:pt x="53228" y="79880"/>
                    <a:pt x="53401" y="80270"/>
                  </a:cubicBezTo>
                  <a:cubicBezTo>
                    <a:pt x="54593" y="83156"/>
                    <a:pt x="53919" y="85697"/>
                    <a:pt x="51621" y="87943"/>
                  </a:cubicBezTo>
                  <a:cubicBezTo>
                    <a:pt x="50498" y="89049"/>
                    <a:pt x="49806" y="90604"/>
                    <a:pt x="50774" y="92194"/>
                  </a:cubicBezTo>
                  <a:cubicBezTo>
                    <a:pt x="51085" y="92730"/>
                    <a:pt x="51068" y="92886"/>
                    <a:pt x="50688" y="93283"/>
                  </a:cubicBezTo>
                  <a:cubicBezTo>
                    <a:pt x="49685" y="94337"/>
                    <a:pt x="49703" y="95875"/>
                    <a:pt x="50567" y="96636"/>
                  </a:cubicBezTo>
                  <a:cubicBezTo>
                    <a:pt x="52208" y="98087"/>
                    <a:pt x="52986" y="99971"/>
                    <a:pt x="53971" y="101803"/>
                  </a:cubicBezTo>
                  <a:cubicBezTo>
                    <a:pt x="55440" y="104516"/>
                    <a:pt x="56771" y="107281"/>
                    <a:pt x="59933" y="108629"/>
                  </a:cubicBezTo>
                  <a:cubicBezTo>
                    <a:pt x="61661" y="109372"/>
                    <a:pt x="62629" y="111014"/>
                    <a:pt x="62664" y="113122"/>
                  </a:cubicBezTo>
                  <a:cubicBezTo>
                    <a:pt x="62716" y="116319"/>
                    <a:pt x="62871" y="119516"/>
                    <a:pt x="63096" y="122713"/>
                  </a:cubicBezTo>
                  <a:cubicBezTo>
                    <a:pt x="63251" y="125115"/>
                    <a:pt x="64426" y="127431"/>
                    <a:pt x="63631" y="129920"/>
                  </a:cubicBezTo>
                  <a:cubicBezTo>
                    <a:pt x="63303" y="130922"/>
                    <a:pt x="63459" y="131907"/>
                    <a:pt x="63839" y="132875"/>
                  </a:cubicBezTo>
                  <a:cubicBezTo>
                    <a:pt x="64323" y="134067"/>
                    <a:pt x="64461" y="135363"/>
                    <a:pt x="64288" y="136642"/>
                  </a:cubicBezTo>
                  <a:cubicBezTo>
                    <a:pt x="64184" y="137593"/>
                    <a:pt x="64582" y="138664"/>
                    <a:pt x="65653" y="139148"/>
                  </a:cubicBezTo>
                  <a:cubicBezTo>
                    <a:pt x="65680" y="139159"/>
                    <a:pt x="65711" y="139163"/>
                    <a:pt x="65743" y="139163"/>
                  </a:cubicBezTo>
                  <a:cubicBezTo>
                    <a:pt x="65886" y="139163"/>
                    <a:pt x="66069" y="139076"/>
                    <a:pt x="66205" y="139076"/>
                  </a:cubicBezTo>
                  <a:cubicBezTo>
                    <a:pt x="66332" y="139076"/>
                    <a:pt x="66419" y="139151"/>
                    <a:pt x="66397" y="139442"/>
                  </a:cubicBezTo>
                  <a:cubicBezTo>
                    <a:pt x="66362" y="139995"/>
                    <a:pt x="67071" y="140565"/>
                    <a:pt x="66293" y="141135"/>
                  </a:cubicBezTo>
                  <a:cubicBezTo>
                    <a:pt x="65895" y="141412"/>
                    <a:pt x="65360" y="142259"/>
                    <a:pt x="65774" y="142414"/>
                  </a:cubicBezTo>
                  <a:cubicBezTo>
                    <a:pt x="66898" y="142846"/>
                    <a:pt x="66500" y="143797"/>
                    <a:pt x="66777" y="144488"/>
                  </a:cubicBezTo>
                  <a:cubicBezTo>
                    <a:pt x="67468" y="146164"/>
                    <a:pt x="68505" y="147668"/>
                    <a:pt x="69801" y="148929"/>
                  </a:cubicBezTo>
                  <a:cubicBezTo>
                    <a:pt x="71823" y="150906"/>
                    <a:pt x="74091" y="152091"/>
                    <a:pt x="76808" y="152091"/>
                  </a:cubicBezTo>
                  <a:cubicBezTo>
                    <a:pt x="77226" y="152091"/>
                    <a:pt x="77656" y="152063"/>
                    <a:pt x="78096" y="152005"/>
                  </a:cubicBezTo>
                  <a:cubicBezTo>
                    <a:pt x="78355" y="151953"/>
                    <a:pt x="78580" y="151781"/>
                    <a:pt x="78718" y="151556"/>
                  </a:cubicBezTo>
                  <a:cubicBezTo>
                    <a:pt x="78874" y="151262"/>
                    <a:pt x="78615" y="151038"/>
                    <a:pt x="78355" y="150882"/>
                  </a:cubicBezTo>
                  <a:cubicBezTo>
                    <a:pt x="77595" y="150415"/>
                    <a:pt x="76835" y="149914"/>
                    <a:pt x="76040" y="149482"/>
                  </a:cubicBezTo>
                  <a:cubicBezTo>
                    <a:pt x="73914" y="148342"/>
                    <a:pt x="73551" y="146648"/>
                    <a:pt x="74899" y="144695"/>
                  </a:cubicBezTo>
                  <a:cubicBezTo>
                    <a:pt x="75608" y="143658"/>
                    <a:pt x="75694" y="142570"/>
                    <a:pt x="74173" y="142017"/>
                  </a:cubicBezTo>
                  <a:cubicBezTo>
                    <a:pt x="73707" y="141861"/>
                    <a:pt x="72929" y="141550"/>
                    <a:pt x="73551" y="140997"/>
                  </a:cubicBezTo>
                  <a:cubicBezTo>
                    <a:pt x="74260" y="140340"/>
                    <a:pt x="74260" y="139597"/>
                    <a:pt x="74415" y="138837"/>
                  </a:cubicBezTo>
                  <a:cubicBezTo>
                    <a:pt x="74605" y="137783"/>
                    <a:pt x="73534" y="136193"/>
                    <a:pt x="75677" y="135985"/>
                  </a:cubicBezTo>
                  <a:cubicBezTo>
                    <a:pt x="75746" y="135985"/>
                    <a:pt x="75850" y="135588"/>
                    <a:pt x="75798" y="135432"/>
                  </a:cubicBezTo>
                  <a:cubicBezTo>
                    <a:pt x="75444" y="134260"/>
                    <a:pt x="75867" y="133923"/>
                    <a:pt x="76900" y="133923"/>
                  </a:cubicBezTo>
                  <a:cubicBezTo>
                    <a:pt x="76978" y="133923"/>
                    <a:pt x="77060" y="133925"/>
                    <a:pt x="77146" y="133929"/>
                  </a:cubicBezTo>
                  <a:cubicBezTo>
                    <a:pt x="77188" y="133931"/>
                    <a:pt x="77231" y="133932"/>
                    <a:pt x="77272" y="133932"/>
                  </a:cubicBezTo>
                  <a:cubicBezTo>
                    <a:pt x="78202" y="133932"/>
                    <a:pt x="78980" y="133388"/>
                    <a:pt x="79427" y="132512"/>
                  </a:cubicBezTo>
                  <a:cubicBezTo>
                    <a:pt x="79859" y="131648"/>
                    <a:pt x="79738" y="130836"/>
                    <a:pt x="79047" y="130110"/>
                  </a:cubicBezTo>
                  <a:cubicBezTo>
                    <a:pt x="78857" y="129902"/>
                    <a:pt x="78822" y="129557"/>
                    <a:pt x="78701" y="129280"/>
                  </a:cubicBezTo>
                  <a:lnTo>
                    <a:pt x="78701" y="129280"/>
                  </a:lnTo>
                  <a:cubicBezTo>
                    <a:pt x="78977" y="129298"/>
                    <a:pt x="79237" y="129332"/>
                    <a:pt x="79513" y="129384"/>
                  </a:cubicBezTo>
                  <a:cubicBezTo>
                    <a:pt x="79669" y="129427"/>
                    <a:pt x="79830" y="129448"/>
                    <a:pt x="79991" y="129448"/>
                  </a:cubicBezTo>
                  <a:cubicBezTo>
                    <a:pt x="80347" y="129448"/>
                    <a:pt x="80702" y="129344"/>
                    <a:pt x="80999" y="129142"/>
                  </a:cubicBezTo>
                  <a:cubicBezTo>
                    <a:pt x="82900" y="128001"/>
                    <a:pt x="83350" y="125841"/>
                    <a:pt x="84473" y="124148"/>
                  </a:cubicBezTo>
                  <a:cubicBezTo>
                    <a:pt x="85216" y="123024"/>
                    <a:pt x="86149" y="121815"/>
                    <a:pt x="85544" y="120225"/>
                  </a:cubicBezTo>
                  <a:cubicBezTo>
                    <a:pt x="85026" y="118808"/>
                    <a:pt x="85959" y="118186"/>
                    <a:pt x="86927" y="117356"/>
                  </a:cubicBezTo>
                  <a:cubicBezTo>
                    <a:pt x="88258" y="116233"/>
                    <a:pt x="90314" y="116371"/>
                    <a:pt x="91230" y="115213"/>
                  </a:cubicBezTo>
                  <a:cubicBezTo>
                    <a:pt x="93096" y="112846"/>
                    <a:pt x="93788" y="109908"/>
                    <a:pt x="93874" y="106866"/>
                  </a:cubicBezTo>
                  <a:cubicBezTo>
                    <a:pt x="93909" y="105743"/>
                    <a:pt x="93563" y="104637"/>
                    <a:pt x="94635" y="103635"/>
                  </a:cubicBezTo>
                  <a:cubicBezTo>
                    <a:pt x="95637" y="102650"/>
                    <a:pt x="96432" y="101492"/>
                    <a:pt x="97002" y="100213"/>
                  </a:cubicBezTo>
                  <a:cubicBezTo>
                    <a:pt x="98350" y="97189"/>
                    <a:pt x="97555" y="95668"/>
                    <a:pt x="93770" y="93404"/>
                  </a:cubicBezTo>
                  <a:cubicBezTo>
                    <a:pt x="92864" y="92866"/>
                    <a:pt x="92012" y="92178"/>
                    <a:pt x="90923" y="92178"/>
                  </a:cubicBezTo>
                  <a:cubicBezTo>
                    <a:pt x="90787" y="92178"/>
                    <a:pt x="90648" y="92189"/>
                    <a:pt x="90504" y="92212"/>
                  </a:cubicBezTo>
                  <a:cubicBezTo>
                    <a:pt x="90375" y="92232"/>
                    <a:pt x="90250" y="92241"/>
                    <a:pt x="90128" y="92241"/>
                  </a:cubicBezTo>
                  <a:cubicBezTo>
                    <a:pt x="89316" y="92241"/>
                    <a:pt x="88640" y="91827"/>
                    <a:pt x="87964" y="91451"/>
                  </a:cubicBezTo>
                  <a:cubicBezTo>
                    <a:pt x="86720" y="90760"/>
                    <a:pt x="85423" y="90190"/>
                    <a:pt x="84076" y="89740"/>
                  </a:cubicBezTo>
                  <a:cubicBezTo>
                    <a:pt x="83419" y="89533"/>
                    <a:pt x="82365" y="89412"/>
                    <a:pt x="82226" y="88306"/>
                  </a:cubicBezTo>
                  <a:cubicBezTo>
                    <a:pt x="81898" y="85511"/>
                    <a:pt x="80349" y="82231"/>
                    <a:pt x="77208" y="82231"/>
                  </a:cubicBezTo>
                  <a:cubicBezTo>
                    <a:pt x="77047" y="82231"/>
                    <a:pt x="76883" y="82240"/>
                    <a:pt x="76714" y="82258"/>
                  </a:cubicBezTo>
                  <a:cubicBezTo>
                    <a:pt x="76610" y="82274"/>
                    <a:pt x="76507" y="82282"/>
                    <a:pt x="76405" y="82282"/>
                  </a:cubicBezTo>
                  <a:cubicBezTo>
                    <a:pt x="75873" y="82282"/>
                    <a:pt x="75365" y="82061"/>
                    <a:pt x="75003" y="81670"/>
                  </a:cubicBezTo>
                  <a:cubicBezTo>
                    <a:pt x="73810" y="80478"/>
                    <a:pt x="72722" y="79147"/>
                    <a:pt x="71356" y="78179"/>
                  </a:cubicBezTo>
                  <a:cubicBezTo>
                    <a:pt x="70652" y="77672"/>
                    <a:pt x="69937" y="76844"/>
                    <a:pt x="68958" y="76844"/>
                  </a:cubicBezTo>
                  <a:cubicBezTo>
                    <a:pt x="68735" y="76844"/>
                    <a:pt x="68499" y="76887"/>
                    <a:pt x="68246" y="76987"/>
                  </a:cubicBezTo>
                  <a:cubicBezTo>
                    <a:pt x="68013" y="77081"/>
                    <a:pt x="67785" y="77113"/>
                    <a:pt x="67562" y="77113"/>
                  </a:cubicBezTo>
                  <a:cubicBezTo>
                    <a:pt x="67089" y="77113"/>
                    <a:pt x="66635" y="76969"/>
                    <a:pt x="66189" y="76969"/>
                  </a:cubicBezTo>
                  <a:cubicBezTo>
                    <a:pt x="64783" y="76969"/>
                    <a:pt x="63941" y="75706"/>
                    <a:pt x="62605" y="75706"/>
                  </a:cubicBezTo>
                  <a:cubicBezTo>
                    <a:pt x="62579" y="75706"/>
                    <a:pt x="62552" y="75707"/>
                    <a:pt x="62525" y="75708"/>
                  </a:cubicBezTo>
                  <a:cubicBezTo>
                    <a:pt x="62280" y="75708"/>
                    <a:pt x="61828" y="76012"/>
                    <a:pt x="61511" y="76012"/>
                  </a:cubicBezTo>
                  <a:cubicBezTo>
                    <a:pt x="61248" y="76012"/>
                    <a:pt x="61077" y="75802"/>
                    <a:pt x="61195" y="75034"/>
                  </a:cubicBezTo>
                  <a:cubicBezTo>
                    <a:pt x="61232" y="74788"/>
                    <a:pt x="60883" y="74612"/>
                    <a:pt x="60617" y="74612"/>
                  </a:cubicBezTo>
                  <a:cubicBezTo>
                    <a:pt x="60509" y="74612"/>
                    <a:pt x="60415" y="74641"/>
                    <a:pt x="60365" y="74706"/>
                  </a:cubicBezTo>
                  <a:cubicBezTo>
                    <a:pt x="59225" y="76088"/>
                    <a:pt x="57099" y="76071"/>
                    <a:pt x="56166" y="77747"/>
                  </a:cubicBezTo>
                  <a:cubicBezTo>
                    <a:pt x="55842" y="78325"/>
                    <a:pt x="55457" y="78771"/>
                    <a:pt x="54917" y="78771"/>
                  </a:cubicBezTo>
                  <a:cubicBezTo>
                    <a:pt x="54649" y="78771"/>
                    <a:pt x="54343" y="78661"/>
                    <a:pt x="53988" y="78404"/>
                  </a:cubicBezTo>
                  <a:cubicBezTo>
                    <a:pt x="53637" y="78125"/>
                    <a:pt x="53206" y="77982"/>
                    <a:pt x="52772" y="77982"/>
                  </a:cubicBezTo>
                  <a:cubicBezTo>
                    <a:pt x="52480" y="77982"/>
                    <a:pt x="52186" y="78047"/>
                    <a:pt x="51915" y="78179"/>
                  </a:cubicBezTo>
                  <a:cubicBezTo>
                    <a:pt x="51373" y="78410"/>
                    <a:pt x="50918" y="78527"/>
                    <a:pt x="50541" y="78527"/>
                  </a:cubicBezTo>
                  <a:cubicBezTo>
                    <a:pt x="49618" y="78527"/>
                    <a:pt x="49166" y="77825"/>
                    <a:pt x="49080" y="76365"/>
                  </a:cubicBezTo>
                  <a:cubicBezTo>
                    <a:pt x="49046" y="75397"/>
                    <a:pt x="49184" y="74446"/>
                    <a:pt x="49478" y="73530"/>
                  </a:cubicBezTo>
                  <a:cubicBezTo>
                    <a:pt x="50012" y="71861"/>
                    <a:pt x="49095" y="70692"/>
                    <a:pt x="47366" y="70692"/>
                  </a:cubicBezTo>
                  <a:cubicBezTo>
                    <a:pt x="47305" y="70692"/>
                    <a:pt x="47243" y="70693"/>
                    <a:pt x="47179" y="70696"/>
                  </a:cubicBezTo>
                  <a:cubicBezTo>
                    <a:pt x="46730" y="70714"/>
                    <a:pt x="46281" y="70765"/>
                    <a:pt x="45814" y="70783"/>
                  </a:cubicBezTo>
                  <a:cubicBezTo>
                    <a:pt x="45755" y="70784"/>
                    <a:pt x="45699" y="70786"/>
                    <a:pt x="45645" y="70786"/>
                  </a:cubicBezTo>
                  <a:cubicBezTo>
                    <a:pt x="45148" y="70786"/>
                    <a:pt x="44886" y="70683"/>
                    <a:pt x="45088" y="69919"/>
                  </a:cubicBezTo>
                  <a:cubicBezTo>
                    <a:pt x="45469" y="68484"/>
                    <a:pt x="46143" y="67240"/>
                    <a:pt x="46886" y="65996"/>
                  </a:cubicBezTo>
                  <a:cubicBezTo>
                    <a:pt x="47214" y="65443"/>
                    <a:pt x="47231" y="64993"/>
                    <a:pt x="46747" y="64613"/>
                  </a:cubicBezTo>
                  <a:cubicBezTo>
                    <a:pt x="46406" y="64334"/>
                    <a:pt x="45929" y="64209"/>
                    <a:pt x="45417" y="64209"/>
                  </a:cubicBezTo>
                  <a:cubicBezTo>
                    <a:pt x="44221" y="64209"/>
                    <a:pt x="42833" y="64889"/>
                    <a:pt x="42531" y="65857"/>
                  </a:cubicBezTo>
                  <a:cubicBezTo>
                    <a:pt x="42161" y="67044"/>
                    <a:pt x="40793" y="67929"/>
                    <a:pt x="39553" y="67929"/>
                  </a:cubicBezTo>
                  <a:cubicBezTo>
                    <a:pt x="39113" y="67929"/>
                    <a:pt x="38689" y="67817"/>
                    <a:pt x="38331" y="67568"/>
                  </a:cubicBezTo>
                  <a:cubicBezTo>
                    <a:pt x="36966" y="66601"/>
                    <a:pt x="35998" y="64872"/>
                    <a:pt x="36517" y="63455"/>
                  </a:cubicBezTo>
                  <a:cubicBezTo>
                    <a:pt x="37571" y="60569"/>
                    <a:pt x="37986" y="56802"/>
                    <a:pt x="41822" y="56093"/>
                  </a:cubicBezTo>
                  <a:cubicBezTo>
                    <a:pt x="44259" y="55627"/>
                    <a:pt x="46696" y="55299"/>
                    <a:pt x="49167" y="55126"/>
                  </a:cubicBezTo>
                  <a:cubicBezTo>
                    <a:pt x="49252" y="55120"/>
                    <a:pt x="49338" y="55117"/>
                    <a:pt x="49425" y="55117"/>
                  </a:cubicBezTo>
                  <a:cubicBezTo>
                    <a:pt x="50819" y="55117"/>
                    <a:pt x="52364" y="55920"/>
                    <a:pt x="51811" y="58133"/>
                  </a:cubicBezTo>
                  <a:cubicBezTo>
                    <a:pt x="51707" y="58582"/>
                    <a:pt x="52087" y="59204"/>
                    <a:pt x="52329" y="59688"/>
                  </a:cubicBezTo>
                  <a:cubicBezTo>
                    <a:pt x="52602" y="60250"/>
                    <a:pt x="52992" y="60846"/>
                    <a:pt x="53666" y="60846"/>
                  </a:cubicBezTo>
                  <a:cubicBezTo>
                    <a:pt x="53675" y="60846"/>
                    <a:pt x="53685" y="60846"/>
                    <a:pt x="53695" y="60846"/>
                  </a:cubicBezTo>
                  <a:cubicBezTo>
                    <a:pt x="54455" y="60811"/>
                    <a:pt x="54628" y="60085"/>
                    <a:pt x="54852" y="59498"/>
                  </a:cubicBezTo>
                  <a:cubicBezTo>
                    <a:pt x="55146" y="58703"/>
                    <a:pt x="55146" y="57822"/>
                    <a:pt x="54887" y="57027"/>
                  </a:cubicBezTo>
                  <a:cubicBezTo>
                    <a:pt x="54127" y="54642"/>
                    <a:pt x="54922" y="53017"/>
                    <a:pt x="57116" y="51894"/>
                  </a:cubicBezTo>
                  <a:cubicBezTo>
                    <a:pt x="58291" y="51307"/>
                    <a:pt x="59328" y="50442"/>
                    <a:pt x="60469" y="49786"/>
                  </a:cubicBezTo>
                  <a:cubicBezTo>
                    <a:pt x="62128" y="48818"/>
                    <a:pt x="61575" y="46641"/>
                    <a:pt x="63096" y="45448"/>
                  </a:cubicBezTo>
                  <a:cubicBezTo>
                    <a:pt x="64720" y="44169"/>
                    <a:pt x="65757" y="42113"/>
                    <a:pt x="68194" y="42061"/>
                  </a:cubicBezTo>
                  <a:cubicBezTo>
                    <a:pt x="68574" y="42044"/>
                    <a:pt x="69006" y="41888"/>
                    <a:pt x="69075" y="41456"/>
                  </a:cubicBezTo>
                  <a:cubicBezTo>
                    <a:pt x="69369" y="39711"/>
                    <a:pt x="70924" y="39417"/>
                    <a:pt x="72151" y="38760"/>
                  </a:cubicBezTo>
                  <a:cubicBezTo>
                    <a:pt x="72321" y="38667"/>
                    <a:pt x="72565" y="38512"/>
                    <a:pt x="72753" y="38512"/>
                  </a:cubicBezTo>
                  <a:cubicBezTo>
                    <a:pt x="72950" y="38512"/>
                    <a:pt x="73086" y="38680"/>
                    <a:pt x="73015" y="39261"/>
                  </a:cubicBezTo>
                  <a:cubicBezTo>
                    <a:pt x="72956" y="39796"/>
                    <a:pt x="73330" y="40078"/>
                    <a:pt x="73743" y="40078"/>
                  </a:cubicBezTo>
                  <a:cubicBezTo>
                    <a:pt x="73931" y="40078"/>
                    <a:pt x="74127" y="40020"/>
                    <a:pt x="74294" y="39901"/>
                  </a:cubicBezTo>
                  <a:cubicBezTo>
                    <a:pt x="75746" y="38898"/>
                    <a:pt x="77457" y="38501"/>
                    <a:pt x="78995" y="37723"/>
                  </a:cubicBezTo>
                  <a:cubicBezTo>
                    <a:pt x="79738" y="37326"/>
                    <a:pt x="80291" y="36773"/>
                    <a:pt x="79790" y="35995"/>
                  </a:cubicBezTo>
                  <a:cubicBezTo>
                    <a:pt x="79597" y="35708"/>
                    <a:pt x="79414" y="35603"/>
                    <a:pt x="79239" y="35603"/>
                  </a:cubicBezTo>
                  <a:cubicBezTo>
                    <a:pt x="78865" y="35603"/>
                    <a:pt x="78524" y="36083"/>
                    <a:pt x="78183" y="36306"/>
                  </a:cubicBezTo>
                  <a:cubicBezTo>
                    <a:pt x="77820" y="36545"/>
                    <a:pt x="77447" y="36741"/>
                    <a:pt x="77083" y="36741"/>
                  </a:cubicBezTo>
                  <a:cubicBezTo>
                    <a:pt x="76789" y="36741"/>
                    <a:pt x="76501" y="36612"/>
                    <a:pt x="76230" y="36272"/>
                  </a:cubicBezTo>
                  <a:cubicBezTo>
                    <a:pt x="75677" y="35563"/>
                    <a:pt x="76126" y="35148"/>
                    <a:pt x="76731" y="34751"/>
                  </a:cubicBezTo>
                  <a:cubicBezTo>
                    <a:pt x="77318" y="34371"/>
                    <a:pt x="77284" y="33818"/>
                    <a:pt x="77025" y="33196"/>
                  </a:cubicBezTo>
                  <a:cubicBezTo>
                    <a:pt x="76921" y="32919"/>
                    <a:pt x="76161" y="33023"/>
                    <a:pt x="76593" y="32643"/>
                  </a:cubicBezTo>
                  <a:cubicBezTo>
                    <a:pt x="76708" y="32536"/>
                    <a:pt x="76805" y="32492"/>
                    <a:pt x="76888" y="32492"/>
                  </a:cubicBezTo>
                  <a:cubicBezTo>
                    <a:pt x="77143" y="32492"/>
                    <a:pt x="77279" y="32892"/>
                    <a:pt x="77474" y="33126"/>
                  </a:cubicBezTo>
                  <a:cubicBezTo>
                    <a:pt x="77830" y="33563"/>
                    <a:pt x="78559" y="33892"/>
                    <a:pt x="79019" y="33892"/>
                  </a:cubicBezTo>
                  <a:cubicBezTo>
                    <a:pt x="79251" y="33892"/>
                    <a:pt x="79415" y="33808"/>
                    <a:pt x="79427" y="33610"/>
                  </a:cubicBezTo>
                  <a:cubicBezTo>
                    <a:pt x="79485" y="32639"/>
                    <a:pt x="79866" y="32465"/>
                    <a:pt x="80317" y="32465"/>
                  </a:cubicBezTo>
                  <a:cubicBezTo>
                    <a:pt x="80569" y="32465"/>
                    <a:pt x="80843" y="32519"/>
                    <a:pt x="81095" y="32519"/>
                  </a:cubicBezTo>
                  <a:cubicBezTo>
                    <a:pt x="81194" y="32519"/>
                    <a:pt x="81290" y="32511"/>
                    <a:pt x="81380" y="32487"/>
                  </a:cubicBezTo>
                  <a:cubicBezTo>
                    <a:pt x="81894" y="32340"/>
                    <a:pt x="82271" y="31830"/>
                    <a:pt x="82830" y="31830"/>
                  </a:cubicBezTo>
                  <a:cubicBezTo>
                    <a:pt x="82928" y="31830"/>
                    <a:pt x="83031" y="31846"/>
                    <a:pt x="83142" y="31882"/>
                  </a:cubicBezTo>
                  <a:cubicBezTo>
                    <a:pt x="82658" y="32470"/>
                    <a:pt x="82192" y="33075"/>
                    <a:pt x="81708" y="33679"/>
                  </a:cubicBezTo>
                  <a:cubicBezTo>
                    <a:pt x="81604" y="33766"/>
                    <a:pt x="81483" y="33835"/>
                    <a:pt x="81362" y="33904"/>
                  </a:cubicBezTo>
                  <a:cubicBezTo>
                    <a:pt x="81034" y="34129"/>
                    <a:pt x="80775" y="34423"/>
                    <a:pt x="80878" y="34872"/>
                  </a:cubicBezTo>
                  <a:cubicBezTo>
                    <a:pt x="80999" y="35304"/>
                    <a:pt x="81380" y="35252"/>
                    <a:pt x="81673" y="35425"/>
                  </a:cubicBezTo>
                  <a:cubicBezTo>
                    <a:pt x="81973" y="35596"/>
                    <a:pt x="82292" y="35648"/>
                    <a:pt x="82615" y="35648"/>
                  </a:cubicBezTo>
                  <a:cubicBezTo>
                    <a:pt x="83130" y="35648"/>
                    <a:pt x="83658" y="35514"/>
                    <a:pt x="84141" y="35514"/>
                  </a:cubicBezTo>
                  <a:cubicBezTo>
                    <a:pt x="84489" y="35514"/>
                    <a:pt x="84814" y="35584"/>
                    <a:pt x="85095" y="35822"/>
                  </a:cubicBezTo>
                  <a:cubicBezTo>
                    <a:pt x="85535" y="36187"/>
                    <a:pt x="85875" y="36332"/>
                    <a:pt x="86134" y="36332"/>
                  </a:cubicBezTo>
                  <a:cubicBezTo>
                    <a:pt x="86710" y="36332"/>
                    <a:pt x="86887" y="35618"/>
                    <a:pt x="86875" y="35010"/>
                  </a:cubicBezTo>
                  <a:cubicBezTo>
                    <a:pt x="86858" y="34215"/>
                    <a:pt x="87601" y="32729"/>
                    <a:pt x="85665" y="32625"/>
                  </a:cubicBezTo>
                  <a:cubicBezTo>
                    <a:pt x="84991" y="32591"/>
                    <a:pt x="85130" y="31986"/>
                    <a:pt x="85596" y="31485"/>
                  </a:cubicBezTo>
                  <a:cubicBezTo>
                    <a:pt x="87186" y="29791"/>
                    <a:pt x="86650" y="27527"/>
                    <a:pt x="84508" y="26767"/>
                  </a:cubicBezTo>
                  <a:cubicBezTo>
                    <a:pt x="84006" y="26594"/>
                    <a:pt x="83557" y="26214"/>
                    <a:pt x="83661" y="25834"/>
                  </a:cubicBezTo>
                  <a:cubicBezTo>
                    <a:pt x="83972" y="24503"/>
                    <a:pt x="83039" y="23432"/>
                    <a:pt x="83090" y="22170"/>
                  </a:cubicBezTo>
                  <a:cubicBezTo>
                    <a:pt x="83108" y="21773"/>
                    <a:pt x="83073" y="21375"/>
                    <a:pt x="82624" y="21220"/>
                  </a:cubicBezTo>
                  <a:cubicBezTo>
                    <a:pt x="82529" y="21188"/>
                    <a:pt x="82437" y="21174"/>
                    <a:pt x="82348" y="21174"/>
                  </a:cubicBezTo>
                  <a:cubicBezTo>
                    <a:pt x="82049" y="21174"/>
                    <a:pt x="81787" y="21339"/>
                    <a:pt x="81587" y="21565"/>
                  </a:cubicBezTo>
                  <a:cubicBezTo>
                    <a:pt x="81086" y="22135"/>
                    <a:pt x="80464" y="22602"/>
                    <a:pt x="79755" y="22913"/>
                  </a:cubicBezTo>
                  <a:cubicBezTo>
                    <a:pt x="79583" y="22995"/>
                    <a:pt x="79411" y="23071"/>
                    <a:pt x="79247" y="23071"/>
                  </a:cubicBezTo>
                  <a:cubicBezTo>
                    <a:pt x="79097" y="23071"/>
                    <a:pt x="78954" y="23008"/>
                    <a:pt x="78822" y="22827"/>
                  </a:cubicBezTo>
                  <a:cubicBezTo>
                    <a:pt x="78563" y="22498"/>
                    <a:pt x="78753" y="22274"/>
                    <a:pt x="78960" y="22015"/>
                  </a:cubicBezTo>
                  <a:cubicBezTo>
                    <a:pt x="79496" y="21254"/>
                    <a:pt x="79254" y="20736"/>
                    <a:pt x="78459" y="20338"/>
                  </a:cubicBezTo>
                  <a:cubicBezTo>
                    <a:pt x="78131" y="20165"/>
                    <a:pt x="77837" y="19941"/>
                    <a:pt x="77578" y="19664"/>
                  </a:cubicBezTo>
                  <a:cubicBezTo>
                    <a:pt x="77168" y="19146"/>
                    <a:pt x="76356" y="18913"/>
                    <a:pt x="75491" y="18913"/>
                  </a:cubicBezTo>
                  <a:cubicBezTo>
                    <a:pt x="74278" y="18913"/>
                    <a:pt x="72961" y="19371"/>
                    <a:pt x="72497" y="20148"/>
                  </a:cubicBezTo>
                  <a:cubicBezTo>
                    <a:pt x="72065" y="20874"/>
                    <a:pt x="71788" y="21824"/>
                    <a:pt x="70803" y="22170"/>
                  </a:cubicBezTo>
                  <a:cubicBezTo>
                    <a:pt x="70354" y="22326"/>
                    <a:pt x="70043" y="22792"/>
                    <a:pt x="70337" y="23276"/>
                  </a:cubicBezTo>
                  <a:cubicBezTo>
                    <a:pt x="71356" y="25004"/>
                    <a:pt x="70043" y="25488"/>
                    <a:pt x="68902" y="26024"/>
                  </a:cubicBezTo>
                  <a:cubicBezTo>
                    <a:pt x="67693" y="26577"/>
                    <a:pt x="66241" y="26801"/>
                    <a:pt x="66345" y="28685"/>
                  </a:cubicBezTo>
                  <a:cubicBezTo>
                    <a:pt x="66379" y="29117"/>
                    <a:pt x="65895" y="29601"/>
                    <a:pt x="65584" y="30016"/>
                  </a:cubicBezTo>
                  <a:cubicBezTo>
                    <a:pt x="65442" y="30197"/>
                    <a:pt x="65232" y="30465"/>
                    <a:pt x="64983" y="30465"/>
                  </a:cubicBezTo>
                  <a:cubicBezTo>
                    <a:pt x="64899" y="30465"/>
                    <a:pt x="64811" y="30435"/>
                    <a:pt x="64720" y="30361"/>
                  </a:cubicBezTo>
                  <a:cubicBezTo>
                    <a:pt x="64409" y="30120"/>
                    <a:pt x="64288" y="29705"/>
                    <a:pt x="64409" y="29342"/>
                  </a:cubicBezTo>
                  <a:cubicBezTo>
                    <a:pt x="64893" y="27596"/>
                    <a:pt x="65083" y="25989"/>
                    <a:pt x="62508" y="25903"/>
                  </a:cubicBezTo>
                  <a:cubicBezTo>
                    <a:pt x="62249" y="25903"/>
                    <a:pt x="61938" y="25644"/>
                    <a:pt x="61748" y="25436"/>
                  </a:cubicBezTo>
                  <a:cubicBezTo>
                    <a:pt x="61084" y="24759"/>
                    <a:pt x="60400" y="24243"/>
                    <a:pt x="59552" y="24243"/>
                  </a:cubicBezTo>
                  <a:cubicBezTo>
                    <a:pt x="59252" y="24243"/>
                    <a:pt x="58932" y="24307"/>
                    <a:pt x="58585" y="24451"/>
                  </a:cubicBezTo>
                  <a:cubicBezTo>
                    <a:pt x="58566" y="24457"/>
                    <a:pt x="58545" y="24459"/>
                    <a:pt x="58523" y="24459"/>
                  </a:cubicBezTo>
                  <a:cubicBezTo>
                    <a:pt x="58409" y="24459"/>
                    <a:pt x="58269" y="24394"/>
                    <a:pt x="58153" y="24365"/>
                  </a:cubicBezTo>
                  <a:cubicBezTo>
                    <a:pt x="58758" y="23501"/>
                    <a:pt x="57687" y="22429"/>
                    <a:pt x="58827" y="21462"/>
                  </a:cubicBezTo>
                  <a:cubicBezTo>
                    <a:pt x="61800" y="18990"/>
                    <a:pt x="65757" y="18558"/>
                    <a:pt x="68781" y="16294"/>
                  </a:cubicBezTo>
                  <a:lnTo>
                    <a:pt x="69455" y="15828"/>
                  </a:lnTo>
                  <a:cubicBezTo>
                    <a:pt x="70337" y="15586"/>
                    <a:pt x="71218" y="15206"/>
                    <a:pt x="72117" y="15119"/>
                  </a:cubicBezTo>
                  <a:cubicBezTo>
                    <a:pt x="74346" y="14912"/>
                    <a:pt x="75331" y="13910"/>
                    <a:pt x="75262" y="11767"/>
                  </a:cubicBezTo>
                  <a:cubicBezTo>
                    <a:pt x="75262" y="11596"/>
                    <a:pt x="75299" y="11543"/>
                    <a:pt x="75353" y="11543"/>
                  </a:cubicBezTo>
                  <a:cubicBezTo>
                    <a:pt x="75441" y="11543"/>
                    <a:pt x="75574" y="11687"/>
                    <a:pt x="75659" y="11698"/>
                  </a:cubicBezTo>
                  <a:cubicBezTo>
                    <a:pt x="76835" y="11749"/>
                    <a:pt x="77733" y="12683"/>
                    <a:pt x="78943" y="12752"/>
                  </a:cubicBezTo>
                  <a:cubicBezTo>
                    <a:pt x="79461" y="12769"/>
                    <a:pt x="79945" y="13391"/>
                    <a:pt x="80412" y="13789"/>
                  </a:cubicBezTo>
                  <a:cubicBezTo>
                    <a:pt x="80395" y="13944"/>
                    <a:pt x="80325" y="14082"/>
                    <a:pt x="80204" y="14203"/>
                  </a:cubicBezTo>
                  <a:cubicBezTo>
                    <a:pt x="79099" y="14649"/>
                    <a:pt x="78211" y="15599"/>
                    <a:pt x="76924" y="15599"/>
                  </a:cubicBezTo>
                  <a:cubicBezTo>
                    <a:pt x="76763" y="15599"/>
                    <a:pt x="76595" y="15584"/>
                    <a:pt x="76420" y="15551"/>
                  </a:cubicBezTo>
                  <a:cubicBezTo>
                    <a:pt x="76325" y="15534"/>
                    <a:pt x="76229" y="15525"/>
                    <a:pt x="76135" y="15525"/>
                  </a:cubicBezTo>
                  <a:cubicBezTo>
                    <a:pt x="75478" y="15525"/>
                    <a:pt x="74895" y="15947"/>
                    <a:pt x="74985" y="16778"/>
                  </a:cubicBezTo>
                  <a:cubicBezTo>
                    <a:pt x="75041" y="17437"/>
                    <a:pt x="75422" y="17620"/>
                    <a:pt x="75866" y="17620"/>
                  </a:cubicBezTo>
                  <a:cubicBezTo>
                    <a:pt x="76109" y="17620"/>
                    <a:pt x="76372" y="17565"/>
                    <a:pt x="76610" y="17504"/>
                  </a:cubicBezTo>
                  <a:cubicBezTo>
                    <a:pt x="76822" y="17451"/>
                    <a:pt x="77015" y="17425"/>
                    <a:pt x="77193" y="17425"/>
                  </a:cubicBezTo>
                  <a:cubicBezTo>
                    <a:pt x="77828" y="17425"/>
                    <a:pt x="78286" y="17750"/>
                    <a:pt x="78839" y="18316"/>
                  </a:cubicBezTo>
                  <a:cubicBezTo>
                    <a:pt x="79617" y="19094"/>
                    <a:pt x="80723" y="19612"/>
                    <a:pt x="81794" y="19993"/>
                  </a:cubicBezTo>
                  <a:cubicBezTo>
                    <a:pt x="81906" y="20034"/>
                    <a:pt x="82005" y="20053"/>
                    <a:pt x="82094" y="20053"/>
                  </a:cubicBezTo>
                  <a:cubicBezTo>
                    <a:pt x="82595" y="20053"/>
                    <a:pt x="82747" y="19445"/>
                    <a:pt x="82762" y="18887"/>
                  </a:cubicBezTo>
                  <a:cubicBezTo>
                    <a:pt x="82805" y="18878"/>
                    <a:pt x="82849" y="18874"/>
                    <a:pt x="82892" y="18874"/>
                  </a:cubicBezTo>
                  <a:cubicBezTo>
                    <a:pt x="82935" y="18874"/>
                    <a:pt x="82978" y="18878"/>
                    <a:pt x="83021" y="18887"/>
                  </a:cubicBezTo>
                  <a:cubicBezTo>
                    <a:pt x="83375" y="18985"/>
                    <a:pt x="83662" y="19030"/>
                    <a:pt x="83892" y="19030"/>
                  </a:cubicBezTo>
                  <a:cubicBezTo>
                    <a:pt x="85038" y="19030"/>
                    <a:pt x="84816" y="17932"/>
                    <a:pt x="84629" y="16882"/>
                  </a:cubicBezTo>
                  <a:cubicBezTo>
                    <a:pt x="84577" y="16588"/>
                    <a:pt x="84404" y="16122"/>
                    <a:pt x="84525" y="16018"/>
                  </a:cubicBezTo>
                  <a:cubicBezTo>
                    <a:pt x="84606" y="15948"/>
                    <a:pt x="84680" y="15920"/>
                    <a:pt x="84749" y="15920"/>
                  </a:cubicBezTo>
                  <a:cubicBezTo>
                    <a:pt x="84985" y="15920"/>
                    <a:pt x="85161" y="16252"/>
                    <a:pt x="85389" y="16346"/>
                  </a:cubicBezTo>
                  <a:cubicBezTo>
                    <a:pt x="85637" y="16436"/>
                    <a:pt x="85876" y="16474"/>
                    <a:pt x="86110" y="16474"/>
                  </a:cubicBezTo>
                  <a:cubicBezTo>
                    <a:pt x="86771" y="16474"/>
                    <a:pt x="87381" y="16174"/>
                    <a:pt x="87981" y="15931"/>
                  </a:cubicBezTo>
                  <a:cubicBezTo>
                    <a:pt x="88344" y="15793"/>
                    <a:pt x="88500" y="15275"/>
                    <a:pt x="88258" y="15033"/>
                  </a:cubicBezTo>
                  <a:cubicBezTo>
                    <a:pt x="87065" y="13754"/>
                    <a:pt x="85976" y="12406"/>
                    <a:pt x="84819" y="11110"/>
                  </a:cubicBezTo>
                  <a:cubicBezTo>
                    <a:pt x="84162" y="10350"/>
                    <a:pt x="83160" y="9779"/>
                    <a:pt x="82537" y="8915"/>
                  </a:cubicBezTo>
                  <a:cubicBezTo>
                    <a:pt x="82209" y="8379"/>
                    <a:pt x="81639" y="8034"/>
                    <a:pt x="81017" y="7999"/>
                  </a:cubicBezTo>
                  <a:cubicBezTo>
                    <a:pt x="80983" y="7995"/>
                    <a:pt x="80950" y="7994"/>
                    <a:pt x="80916" y="7994"/>
                  </a:cubicBezTo>
                  <a:cubicBezTo>
                    <a:pt x="80688" y="7994"/>
                    <a:pt x="80453" y="8074"/>
                    <a:pt x="80228" y="8074"/>
                  </a:cubicBezTo>
                  <a:cubicBezTo>
                    <a:pt x="80056" y="8074"/>
                    <a:pt x="79890" y="8027"/>
                    <a:pt x="79738" y="7861"/>
                  </a:cubicBezTo>
                  <a:cubicBezTo>
                    <a:pt x="80170" y="7757"/>
                    <a:pt x="80602" y="7654"/>
                    <a:pt x="81017" y="7585"/>
                  </a:cubicBezTo>
                  <a:cubicBezTo>
                    <a:pt x="81518" y="7481"/>
                    <a:pt x="82192" y="7567"/>
                    <a:pt x="82226" y="6859"/>
                  </a:cubicBezTo>
                  <a:cubicBezTo>
                    <a:pt x="82278" y="6202"/>
                    <a:pt x="81673" y="6167"/>
                    <a:pt x="81207" y="6046"/>
                  </a:cubicBezTo>
                  <a:cubicBezTo>
                    <a:pt x="81086" y="6012"/>
                    <a:pt x="80948" y="5960"/>
                    <a:pt x="80844" y="5891"/>
                  </a:cubicBezTo>
                  <a:cubicBezTo>
                    <a:pt x="80958" y="5878"/>
                    <a:pt x="81101" y="5837"/>
                    <a:pt x="81223" y="5837"/>
                  </a:cubicBezTo>
                  <a:cubicBezTo>
                    <a:pt x="81267" y="5837"/>
                    <a:pt x="81309" y="5843"/>
                    <a:pt x="81345" y="5856"/>
                  </a:cubicBezTo>
                  <a:cubicBezTo>
                    <a:pt x="81816" y="6065"/>
                    <a:pt x="82272" y="6151"/>
                    <a:pt x="82714" y="6151"/>
                  </a:cubicBezTo>
                  <a:cubicBezTo>
                    <a:pt x="83993" y="6151"/>
                    <a:pt x="85157" y="5437"/>
                    <a:pt x="86236" y="4923"/>
                  </a:cubicBezTo>
                  <a:cubicBezTo>
                    <a:pt x="89182" y="3528"/>
                    <a:pt x="92334" y="3094"/>
                    <a:pt x="95401" y="2235"/>
                  </a:cubicBezTo>
                  <a:lnTo>
                    <a:pt x="95401" y="2235"/>
                  </a:lnTo>
                  <a:cubicBezTo>
                    <a:pt x="93986" y="3267"/>
                    <a:pt x="92263" y="3834"/>
                    <a:pt x="90504" y="3834"/>
                  </a:cubicBezTo>
                  <a:cubicBezTo>
                    <a:pt x="90401" y="3834"/>
                    <a:pt x="90295" y="3831"/>
                    <a:pt x="90191" y="3831"/>
                  </a:cubicBezTo>
                  <a:cubicBezTo>
                    <a:pt x="89827" y="3831"/>
                    <a:pt x="89479" y="3873"/>
                    <a:pt x="89277" y="4249"/>
                  </a:cubicBezTo>
                  <a:cubicBezTo>
                    <a:pt x="89018" y="4802"/>
                    <a:pt x="89467" y="5113"/>
                    <a:pt x="89744" y="5528"/>
                  </a:cubicBezTo>
                  <a:cubicBezTo>
                    <a:pt x="90251" y="6307"/>
                    <a:pt x="90887" y="6586"/>
                    <a:pt x="91608" y="6586"/>
                  </a:cubicBezTo>
                  <a:cubicBezTo>
                    <a:pt x="91943" y="6586"/>
                    <a:pt x="92297" y="6525"/>
                    <a:pt x="92664" y="6427"/>
                  </a:cubicBezTo>
                  <a:cubicBezTo>
                    <a:pt x="93037" y="6322"/>
                    <a:pt x="93404" y="6272"/>
                    <a:pt x="93755" y="6272"/>
                  </a:cubicBezTo>
                  <a:cubicBezTo>
                    <a:pt x="95314" y="6272"/>
                    <a:pt x="96561" y="7243"/>
                    <a:pt x="96518" y="8639"/>
                  </a:cubicBezTo>
                  <a:cubicBezTo>
                    <a:pt x="96501" y="9123"/>
                    <a:pt x="96000" y="9710"/>
                    <a:pt x="96155" y="10073"/>
                  </a:cubicBezTo>
                  <a:cubicBezTo>
                    <a:pt x="96656" y="11300"/>
                    <a:pt x="95758" y="12302"/>
                    <a:pt x="95378" y="13045"/>
                  </a:cubicBezTo>
                  <a:cubicBezTo>
                    <a:pt x="94393" y="15016"/>
                    <a:pt x="93649" y="16709"/>
                    <a:pt x="95412" y="18541"/>
                  </a:cubicBezTo>
                  <a:cubicBezTo>
                    <a:pt x="95602" y="18714"/>
                    <a:pt x="95723" y="18938"/>
                    <a:pt x="95758" y="19180"/>
                  </a:cubicBezTo>
                  <a:cubicBezTo>
                    <a:pt x="95810" y="21358"/>
                    <a:pt x="97901" y="20788"/>
                    <a:pt x="99007" y="21479"/>
                  </a:cubicBezTo>
                  <a:cubicBezTo>
                    <a:pt x="99192" y="21597"/>
                    <a:pt x="99367" y="21648"/>
                    <a:pt x="99531" y="21648"/>
                  </a:cubicBezTo>
                  <a:cubicBezTo>
                    <a:pt x="100207" y="21648"/>
                    <a:pt x="100708" y="20784"/>
                    <a:pt x="101098" y="20200"/>
                  </a:cubicBezTo>
                  <a:cubicBezTo>
                    <a:pt x="102256" y="18472"/>
                    <a:pt x="104088" y="17055"/>
                    <a:pt x="105729" y="16536"/>
                  </a:cubicBezTo>
                  <a:cubicBezTo>
                    <a:pt x="109220" y="15396"/>
                    <a:pt x="112486" y="13547"/>
                    <a:pt x="116254" y="13115"/>
                  </a:cubicBezTo>
                  <a:cubicBezTo>
                    <a:pt x="117965" y="12907"/>
                    <a:pt x="119935" y="12320"/>
                    <a:pt x="120021" y="9883"/>
                  </a:cubicBezTo>
                  <a:cubicBezTo>
                    <a:pt x="120021" y="9693"/>
                    <a:pt x="120349" y="9485"/>
                    <a:pt x="120557" y="9330"/>
                  </a:cubicBezTo>
                  <a:cubicBezTo>
                    <a:pt x="121663" y="8552"/>
                    <a:pt x="123132" y="8034"/>
                    <a:pt x="122631" y="6202"/>
                  </a:cubicBezTo>
                  <a:cubicBezTo>
                    <a:pt x="122594" y="6055"/>
                    <a:pt x="122626" y="6020"/>
                    <a:pt x="122682" y="6020"/>
                  </a:cubicBezTo>
                  <a:cubicBezTo>
                    <a:pt x="122731" y="6020"/>
                    <a:pt x="122799" y="6046"/>
                    <a:pt x="122855" y="6046"/>
                  </a:cubicBezTo>
                  <a:cubicBezTo>
                    <a:pt x="122928" y="6051"/>
                    <a:pt x="122998" y="6053"/>
                    <a:pt x="123064" y="6053"/>
                  </a:cubicBezTo>
                  <a:cubicBezTo>
                    <a:pt x="124269" y="6053"/>
                    <a:pt x="124381" y="5321"/>
                    <a:pt x="123840" y="4387"/>
                  </a:cubicBezTo>
                  <a:cubicBezTo>
                    <a:pt x="123581" y="3921"/>
                    <a:pt x="123875" y="3955"/>
                    <a:pt x="124048" y="3817"/>
                  </a:cubicBezTo>
                  <a:cubicBezTo>
                    <a:pt x="125240" y="2867"/>
                    <a:pt x="126640" y="2728"/>
                    <a:pt x="128092" y="2659"/>
                  </a:cubicBezTo>
                  <a:cubicBezTo>
                    <a:pt x="128575" y="2625"/>
                    <a:pt x="129180" y="2521"/>
                    <a:pt x="129249" y="1934"/>
                  </a:cubicBezTo>
                  <a:cubicBezTo>
                    <a:pt x="129301" y="1363"/>
                    <a:pt x="128714" y="1242"/>
                    <a:pt x="128299" y="1190"/>
                  </a:cubicBezTo>
                  <a:cubicBezTo>
                    <a:pt x="125707" y="948"/>
                    <a:pt x="123132" y="430"/>
                    <a:pt x="120557" y="171"/>
                  </a:cubicBezTo>
                  <a:cubicBezTo>
                    <a:pt x="119360" y="50"/>
                    <a:pt x="118163" y="0"/>
                    <a:pt x="116966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41" name="Google Shape;741;p59">
              <a:extLst>
                <a:ext uri="{FF2B5EF4-FFF2-40B4-BE49-F238E27FC236}">
                  <a16:creationId xmlns:a16="http://schemas.microsoft.com/office/drawing/2014/main" id="{0901FA21-6E8F-E5FE-1EBC-B15BEAFB0EFD}"/>
                </a:ext>
              </a:extLst>
            </p:cNvPr>
            <p:cNvSpPr/>
            <p:nvPr/>
          </p:nvSpPr>
          <p:spPr>
            <a:xfrm>
              <a:off x="1581325" y="1051125"/>
              <a:ext cx="283000" cy="91675"/>
            </a:xfrm>
            <a:custGeom>
              <a:avLst/>
              <a:gdLst/>
              <a:ahLst/>
              <a:cxnLst/>
              <a:rect l="l" t="t" r="r" b="b"/>
              <a:pathLst>
                <a:path w="11320" h="3667" extrusionOk="0">
                  <a:moveTo>
                    <a:pt x="6214" y="0"/>
                  </a:moveTo>
                  <a:cubicBezTo>
                    <a:pt x="5926" y="0"/>
                    <a:pt x="5584" y="48"/>
                    <a:pt x="5219" y="71"/>
                  </a:cubicBezTo>
                  <a:cubicBezTo>
                    <a:pt x="5082" y="56"/>
                    <a:pt x="4943" y="49"/>
                    <a:pt x="4804" y="49"/>
                  </a:cubicBezTo>
                  <a:cubicBezTo>
                    <a:pt x="3493" y="49"/>
                    <a:pt x="2115" y="667"/>
                    <a:pt x="709" y="1073"/>
                  </a:cubicBezTo>
                  <a:cubicBezTo>
                    <a:pt x="432" y="1177"/>
                    <a:pt x="208" y="1401"/>
                    <a:pt x="69" y="1678"/>
                  </a:cubicBezTo>
                  <a:cubicBezTo>
                    <a:pt x="0" y="1781"/>
                    <a:pt x="242" y="2213"/>
                    <a:pt x="363" y="2231"/>
                  </a:cubicBezTo>
                  <a:cubicBezTo>
                    <a:pt x="2163" y="2438"/>
                    <a:pt x="3786" y="3667"/>
                    <a:pt x="5640" y="3667"/>
                  </a:cubicBezTo>
                  <a:cubicBezTo>
                    <a:pt x="6100" y="3667"/>
                    <a:pt x="6574" y="3591"/>
                    <a:pt x="7068" y="3406"/>
                  </a:cubicBezTo>
                  <a:cubicBezTo>
                    <a:pt x="7396" y="3281"/>
                    <a:pt x="7767" y="3236"/>
                    <a:pt x="8142" y="3236"/>
                  </a:cubicBezTo>
                  <a:cubicBezTo>
                    <a:pt x="8439" y="3236"/>
                    <a:pt x="8738" y="3264"/>
                    <a:pt x="9021" y="3302"/>
                  </a:cubicBezTo>
                  <a:cubicBezTo>
                    <a:pt x="9277" y="3340"/>
                    <a:pt x="9523" y="3370"/>
                    <a:pt x="9759" y="3370"/>
                  </a:cubicBezTo>
                  <a:cubicBezTo>
                    <a:pt x="10271" y="3370"/>
                    <a:pt x="10728" y="3229"/>
                    <a:pt x="11095" y="2732"/>
                  </a:cubicBezTo>
                  <a:cubicBezTo>
                    <a:pt x="11320" y="2473"/>
                    <a:pt x="11268" y="2075"/>
                    <a:pt x="10991" y="1885"/>
                  </a:cubicBezTo>
                  <a:cubicBezTo>
                    <a:pt x="10479" y="1524"/>
                    <a:pt x="10006" y="1077"/>
                    <a:pt x="9430" y="1077"/>
                  </a:cubicBezTo>
                  <a:cubicBezTo>
                    <a:pt x="9151" y="1077"/>
                    <a:pt x="8847" y="1182"/>
                    <a:pt x="8503" y="1453"/>
                  </a:cubicBezTo>
                  <a:cubicBezTo>
                    <a:pt x="8280" y="1626"/>
                    <a:pt x="7919" y="1737"/>
                    <a:pt x="7612" y="1737"/>
                  </a:cubicBezTo>
                  <a:cubicBezTo>
                    <a:pt x="7277" y="1737"/>
                    <a:pt x="7006" y="1605"/>
                    <a:pt x="7051" y="1280"/>
                  </a:cubicBezTo>
                  <a:cubicBezTo>
                    <a:pt x="7179" y="207"/>
                    <a:pt x="6812" y="0"/>
                    <a:pt x="6214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42" name="Google Shape;742;p59">
              <a:extLst>
                <a:ext uri="{FF2B5EF4-FFF2-40B4-BE49-F238E27FC236}">
                  <a16:creationId xmlns:a16="http://schemas.microsoft.com/office/drawing/2014/main" id="{E4F79CB9-826A-A400-D4CF-2A185E762632}"/>
                </a:ext>
              </a:extLst>
            </p:cNvPr>
            <p:cNvSpPr/>
            <p:nvPr/>
          </p:nvSpPr>
          <p:spPr>
            <a:xfrm>
              <a:off x="3144425" y="1319375"/>
              <a:ext cx="213450" cy="95575"/>
            </a:xfrm>
            <a:custGeom>
              <a:avLst/>
              <a:gdLst/>
              <a:ahLst/>
              <a:cxnLst/>
              <a:rect l="l" t="t" r="r" b="b"/>
              <a:pathLst>
                <a:path w="8538" h="3823" extrusionOk="0">
                  <a:moveTo>
                    <a:pt x="6155" y="1"/>
                  </a:moveTo>
                  <a:cubicBezTo>
                    <a:pt x="6054" y="1"/>
                    <a:pt x="5950" y="7"/>
                    <a:pt x="5842" y="20"/>
                  </a:cubicBezTo>
                  <a:cubicBezTo>
                    <a:pt x="4846" y="139"/>
                    <a:pt x="3874" y="469"/>
                    <a:pt x="2859" y="469"/>
                  </a:cubicBezTo>
                  <a:cubicBezTo>
                    <a:pt x="2396" y="469"/>
                    <a:pt x="1923" y="400"/>
                    <a:pt x="1435" y="211"/>
                  </a:cubicBezTo>
                  <a:cubicBezTo>
                    <a:pt x="1292" y="150"/>
                    <a:pt x="1133" y="113"/>
                    <a:pt x="974" y="113"/>
                  </a:cubicBezTo>
                  <a:cubicBezTo>
                    <a:pt x="501" y="113"/>
                    <a:pt x="35" y="441"/>
                    <a:pt x="35" y="1438"/>
                  </a:cubicBezTo>
                  <a:cubicBezTo>
                    <a:pt x="1" y="3771"/>
                    <a:pt x="1573" y="3580"/>
                    <a:pt x="3025" y="3822"/>
                  </a:cubicBezTo>
                  <a:cubicBezTo>
                    <a:pt x="4338" y="3753"/>
                    <a:pt x="5617" y="3408"/>
                    <a:pt x="6792" y="2837"/>
                  </a:cubicBezTo>
                  <a:cubicBezTo>
                    <a:pt x="7415" y="2526"/>
                    <a:pt x="8538" y="2474"/>
                    <a:pt x="8192" y="1541"/>
                  </a:cubicBezTo>
                  <a:cubicBezTo>
                    <a:pt x="7892" y="720"/>
                    <a:pt x="7218" y="1"/>
                    <a:pt x="6155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43" name="Google Shape;743;p59">
              <a:extLst>
                <a:ext uri="{FF2B5EF4-FFF2-40B4-BE49-F238E27FC236}">
                  <a16:creationId xmlns:a16="http://schemas.microsoft.com/office/drawing/2014/main" id="{3DE4C5EB-9BB7-694A-933E-B71B3C2564BE}"/>
                </a:ext>
              </a:extLst>
            </p:cNvPr>
            <p:cNvSpPr/>
            <p:nvPr/>
          </p:nvSpPr>
          <p:spPr>
            <a:xfrm>
              <a:off x="1453000" y="2509000"/>
              <a:ext cx="263575" cy="113100"/>
            </a:xfrm>
            <a:custGeom>
              <a:avLst/>
              <a:gdLst/>
              <a:ahLst/>
              <a:cxnLst/>
              <a:rect l="l" t="t" r="r" b="b"/>
              <a:pathLst>
                <a:path w="10543" h="4524" extrusionOk="0">
                  <a:moveTo>
                    <a:pt x="3451" y="1"/>
                  </a:moveTo>
                  <a:cubicBezTo>
                    <a:pt x="2445" y="1"/>
                    <a:pt x="1486" y="228"/>
                    <a:pt x="761" y="702"/>
                  </a:cubicBezTo>
                  <a:cubicBezTo>
                    <a:pt x="398" y="927"/>
                    <a:pt x="1" y="1186"/>
                    <a:pt x="243" y="1687"/>
                  </a:cubicBezTo>
                  <a:cubicBezTo>
                    <a:pt x="390" y="1972"/>
                    <a:pt x="609" y="2083"/>
                    <a:pt x="855" y="2083"/>
                  </a:cubicBezTo>
                  <a:cubicBezTo>
                    <a:pt x="1012" y="2083"/>
                    <a:pt x="1180" y="2038"/>
                    <a:pt x="1349" y="1964"/>
                  </a:cubicBezTo>
                  <a:cubicBezTo>
                    <a:pt x="1677" y="1828"/>
                    <a:pt x="1990" y="1776"/>
                    <a:pt x="2298" y="1776"/>
                  </a:cubicBezTo>
                  <a:cubicBezTo>
                    <a:pt x="2932" y="1776"/>
                    <a:pt x="3543" y="1997"/>
                    <a:pt x="4217" y="2171"/>
                  </a:cubicBezTo>
                  <a:cubicBezTo>
                    <a:pt x="5708" y="2540"/>
                    <a:pt x="6405" y="4523"/>
                    <a:pt x="7868" y="4523"/>
                  </a:cubicBezTo>
                  <a:cubicBezTo>
                    <a:pt x="8118" y="4523"/>
                    <a:pt x="8391" y="4465"/>
                    <a:pt x="8693" y="4332"/>
                  </a:cubicBezTo>
                  <a:cubicBezTo>
                    <a:pt x="8824" y="4337"/>
                    <a:pt x="8947" y="4340"/>
                    <a:pt x="9062" y="4340"/>
                  </a:cubicBezTo>
                  <a:cubicBezTo>
                    <a:pt x="10032" y="4340"/>
                    <a:pt x="10475" y="4144"/>
                    <a:pt x="10491" y="3727"/>
                  </a:cubicBezTo>
                  <a:cubicBezTo>
                    <a:pt x="10542" y="2897"/>
                    <a:pt x="9817" y="2724"/>
                    <a:pt x="9264" y="2517"/>
                  </a:cubicBezTo>
                  <a:cubicBezTo>
                    <a:pt x="8711" y="2292"/>
                    <a:pt x="8209" y="1964"/>
                    <a:pt x="7777" y="1567"/>
                  </a:cubicBezTo>
                  <a:cubicBezTo>
                    <a:pt x="6685" y="547"/>
                    <a:pt x="5011" y="1"/>
                    <a:pt x="345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44" name="Google Shape;744;p59">
              <a:extLst>
                <a:ext uri="{FF2B5EF4-FFF2-40B4-BE49-F238E27FC236}">
                  <a16:creationId xmlns:a16="http://schemas.microsoft.com/office/drawing/2014/main" id="{0259A73A-B7AB-BC21-ABA5-8F64BACC3EA2}"/>
                </a:ext>
              </a:extLst>
            </p:cNvPr>
            <p:cNvSpPr/>
            <p:nvPr/>
          </p:nvSpPr>
          <p:spPr>
            <a:xfrm>
              <a:off x="1880725" y="1020350"/>
              <a:ext cx="162025" cy="112025"/>
            </a:xfrm>
            <a:custGeom>
              <a:avLst/>
              <a:gdLst/>
              <a:ahLst/>
              <a:cxnLst/>
              <a:rect l="l" t="t" r="r" b="b"/>
              <a:pathLst>
                <a:path w="6481" h="4481" extrusionOk="0">
                  <a:moveTo>
                    <a:pt x="4294" y="0"/>
                  </a:moveTo>
                  <a:cubicBezTo>
                    <a:pt x="4062" y="0"/>
                    <a:pt x="3818" y="44"/>
                    <a:pt x="3560" y="144"/>
                  </a:cubicBezTo>
                  <a:cubicBezTo>
                    <a:pt x="3094" y="317"/>
                    <a:pt x="2593" y="541"/>
                    <a:pt x="2886" y="1198"/>
                  </a:cubicBezTo>
                  <a:cubicBezTo>
                    <a:pt x="3042" y="1509"/>
                    <a:pt x="3232" y="1820"/>
                    <a:pt x="3457" y="2114"/>
                  </a:cubicBezTo>
                  <a:cubicBezTo>
                    <a:pt x="3147" y="2260"/>
                    <a:pt x="2851" y="2348"/>
                    <a:pt x="2545" y="2348"/>
                  </a:cubicBezTo>
                  <a:cubicBezTo>
                    <a:pt x="2270" y="2348"/>
                    <a:pt x="1987" y="2277"/>
                    <a:pt x="1677" y="2114"/>
                  </a:cubicBezTo>
                  <a:cubicBezTo>
                    <a:pt x="1531" y="2037"/>
                    <a:pt x="1393" y="2002"/>
                    <a:pt x="1262" y="2002"/>
                  </a:cubicBezTo>
                  <a:cubicBezTo>
                    <a:pt x="867" y="2002"/>
                    <a:pt x="545" y="2320"/>
                    <a:pt x="311" y="2736"/>
                  </a:cubicBezTo>
                  <a:cubicBezTo>
                    <a:pt x="0" y="3289"/>
                    <a:pt x="467" y="3479"/>
                    <a:pt x="813" y="3807"/>
                  </a:cubicBezTo>
                  <a:cubicBezTo>
                    <a:pt x="1327" y="4309"/>
                    <a:pt x="1837" y="4480"/>
                    <a:pt x="2344" y="4480"/>
                  </a:cubicBezTo>
                  <a:cubicBezTo>
                    <a:pt x="3164" y="4480"/>
                    <a:pt x="3976" y="4032"/>
                    <a:pt x="4787" y="3807"/>
                  </a:cubicBezTo>
                  <a:lnTo>
                    <a:pt x="5081" y="3514"/>
                  </a:lnTo>
                  <a:cubicBezTo>
                    <a:pt x="5237" y="2788"/>
                    <a:pt x="5098" y="1924"/>
                    <a:pt x="6204" y="1734"/>
                  </a:cubicBezTo>
                  <a:cubicBezTo>
                    <a:pt x="6464" y="1699"/>
                    <a:pt x="6481" y="1129"/>
                    <a:pt x="6222" y="921"/>
                  </a:cubicBezTo>
                  <a:cubicBezTo>
                    <a:pt x="5644" y="436"/>
                    <a:pt x="5027" y="0"/>
                    <a:pt x="4294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45" name="Google Shape;745;p59">
              <a:extLst>
                <a:ext uri="{FF2B5EF4-FFF2-40B4-BE49-F238E27FC236}">
                  <a16:creationId xmlns:a16="http://schemas.microsoft.com/office/drawing/2014/main" id="{D85E5F3C-C153-8236-423B-D6A462FD2F56}"/>
                </a:ext>
              </a:extLst>
            </p:cNvPr>
            <p:cNvSpPr/>
            <p:nvPr/>
          </p:nvSpPr>
          <p:spPr>
            <a:xfrm>
              <a:off x="1688900" y="2603450"/>
              <a:ext cx="165050" cy="73950"/>
            </a:xfrm>
            <a:custGeom>
              <a:avLst/>
              <a:gdLst/>
              <a:ahLst/>
              <a:cxnLst/>
              <a:rect l="l" t="t" r="r" b="b"/>
              <a:pathLst>
                <a:path w="6602" h="2958" extrusionOk="0">
                  <a:moveTo>
                    <a:pt x="2842" y="0"/>
                  </a:moveTo>
                  <a:cubicBezTo>
                    <a:pt x="2588" y="0"/>
                    <a:pt x="2332" y="28"/>
                    <a:pt x="2074" y="87"/>
                  </a:cubicBezTo>
                  <a:cubicBezTo>
                    <a:pt x="1452" y="225"/>
                    <a:pt x="1055" y="1331"/>
                    <a:pt x="225" y="1694"/>
                  </a:cubicBezTo>
                  <a:cubicBezTo>
                    <a:pt x="0" y="1798"/>
                    <a:pt x="277" y="2247"/>
                    <a:pt x="536" y="2454"/>
                  </a:cubicBezTo>
                  <a:cubicBezTo>
                    <a:pt x="957" y="2789"/>
                    <a:pt x="2162" y="2958"/>
                    <a:pt x="3373" y="2958"/>
                  </a:cubicBezTo>
                  <a:cubicBezTo>
                    <a:pt x="4599" y="2958"/>
                    <a:pt x="5830" y="2785"/>
                    <a:pt x="6256" y="2437"/>
                  </a:cubicBezTo>
                  <a:cubicBezTo>
                    <a:pt x="6395" y="2282"/>
                    <a:pt x="6515" y="2109"/>
                    <a:pt x="6602" y="1919"/>
                  </a:cubicBezTo>
                  <a:cubicBezTo>
                    <a:pt x="6481" y="1711"/>
                    <a:pt x="6429" y="1469"/>
                    <a:pt x="6291" y="1366"/>
                  </a:cubicBezTo>
                  <a:cubicBezTo>
                    <a:pt x="5231" y="636"/>
                    <a:pt x="4065" y="0"/>
                    <a:pt x="2842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46" name="Google Shape;746;p59">
              <a:extLst>
                <a:ext uri="{FF2B5EF4-FFF2-40B4-BE49-F238E27FC236}">
                  <a16:creationId xmlns:a16="http://schemas.microsoft.com/office/drawing/2014/main" id="{0D6926C2-CCD2-44F1-9CEC-938F650FE064}"/>
                </a:ext>
              </a:extLst>
            </p:cNvPr>
            <p:cNvSpPr/>
            <p:nvPr/>
          </p:nvSpPr>
          <p:spPr>
            <a:xfrm>
              <a:off x="1922200" y="1344925"/>
              <a:ext cx="129625" cy="64525"/>
            </a:xfrm>
            <a:custGeom>
              <a:avLst/>
              <a:gdLst/>
              <a:ahLst/>
              <a:cxnLst/>
              <a:rect l="l" t="t" r="r" b="b"/>
              <a:pathLst>
                <a:path w="5185" h="2581" extrusionOk="0">
                  <a:moveTo>
                    <a:pt x="1901" y="1"/>
                  </a:moveTo>
                  <a:lnTo>
                    <a:pt x="1227" y="467"/>
                  </a:lnTo>
                  <a:cubicBezTo>
                    <a:pt x="934" y="1020"/>
                    <a:pt x="0" y="1383"/>
                    <a:pt x="415" y="2144"/>
                  </a:cubicBezTo>
                  <a:cubicBezTo>
                    <a:pt x="602" y="2475"/>
                    <a:pt x="838" y="2581"/>
                    <a:pt x="1096" y="2581"/>
                  </a:cubicBezTo>
                  <a:cubicBezTo>
                    <a:pt x="1482" y="2581"/>
                    <a:pt x="1915" y="2344"/>
                    <a:pt x="2299" y="2282"/>
                  </a:cubicBezTo>
                  <a:cubicBezTo>
                    <a:pt x="2552" y="2236"/>
                    <a:pt x="2806" y="2213"/>
                    <a:pt x="3064" y="2213"/>
                  </a:cubicBezTo>
                  <a:cubicBezTo>
                    <a:pt x="3194" y="2213"/>
                    <a:pt x="3324" y="2219"/>
                    <a:pt x="3457" y="2230"/>
                  </a:cubicBezTo>
                  <a:cubicBezTo>
                    <a:pt x="3730" y="2245"/>
                    <a:pt x="4039" y="2324"/>
                    <a:pt x="4314" y="2324"/>
                  </a:cubicBezTo>
                  <a:cubicBezTo>
                    <a:pt x="4665" y="2324"/>
                    <a:pt x="4959" y="2195"/>
                    <a:pt x="5047" y="1643"/>
                  </a:cubicBezTo>
                  <a:cubicBezTo>
                    <a:pt x="5185" y="744"/>
                    <a:pt x="4563" y="277"/>
                    <a:pt x="3768" y="122"/>
                  </a:cubicBezTo>
                  <a:cubicBezTo>
                    <a:pt x="3146" y="35"/>
                    <a:pt x="2523" y="1"/>
                    <a:pt x="190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47" name="Google Shape;747;p59">
              <a:extLst>
                <a:ext uri="{FF2B5EF4-FFF2-40B4-BE49-F238E27FC236}">
                  <a16:creationId xmlns:a16="http://schemas.microsoft.com/office/drawing/2014/main" id="{6B058F1C-366D-1B01-F357-53E580E39FF0}"/>
                </a:ext>
              </a:extLst>
            </p:cNvPr>
            <p:cNvSpPr/>
            <p:nvPr/>
          </p:nvSpPr>
          <p:spPr>
            <a:xfrm>
              <a:off x="1787825" y="1030550"/>
              <a:ext cx="94250" cy="44825"/>
            </a:xfrm>
            <a:custGeom>
              <a:avLst/>
              <a:gdLst/>
              <a:ahLst/>
              <a:cxnLst/>
              <a:rect l="l" t="t" r="r" b="b"/>
              <a:pathLst>
                <a:path w="3770" h="1793" extrusionOk="0">
                  <a:moveTo>
                    <a:pt x="2929" y="0"/>
                  </a:moveTo>
                  <a:cubicBezTo>
                    <a:pt x="2800" y="0"/>
                    <a:pt x="2676" y="17"/>
                    <a:pt x="2576" y="47"/>
                  </a:cubicBezTo>
                  <a:cubicBezTo>
                    <a:pt x="2412" y="93"/>
                    <a:pt x="2229" y="105"/>
                    <a:pt x="2039" y="105"/>
                  </a:cubicBezTo>
                  <a:cubicBezTo>
                    <a:pt x="1817" y="105"/>
                    <a:pt x="1584" y="88"/>
                    <a:pt x="1360" y="88"/>
                  </a:cubicBezTo>
                  <a:cubicBezTo>
                    <a:pt x="763" y="88"/>
                    <a:pt x="227" y="208"/>
                    <a:pt x="105" y="1084"/>
                  </a:cubicBezTo>
                  <a:cubicBezTo>
                    <a:pt x="1" y="1792"/>
                    <a:pt x="865" y="1688"/>
                    <a:pt x="1504" y="1740"/>
                  </a:cubicBezTo>
                  <a:cubicBezTo>
                    <a:pt x="2265" y="1568"/>
                    <a:pt x="3405" y="1792"/>
                    <a:pt x="3665" y="652"/>
                  </a:cubicBezTo>
                  <a:cubicBezTo>
                    <a:pt x="3769" y="167"/>
                    <a:pt x="3329" y="0"/>
                    <a:pt x="2929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48" name="Google Shape;748;p59">
              <a:extLst>
                <a:ext uri="{FF2B5EF4-FFF2-40B4-BE49-F238E27FC236}">
                  <a16:creationId xmlns:a16="http://schemas.microsoft.com/office/drawing/2014/main" id="{8AAAF95F-B9C7-6048-7BBA-017E992DD14B}"/>
                </a:ext>
              </a:extLst>
            </p:cNvPr>
            <p:cNvSpPr/>
            <p:nvPr/>
          </p:nvSpPr>
          <p:spPr>
            <a:xfrm>
              <a:off x="1870350" y="2639275"/>
              <a:ext cx="59225" cy="44325"/>
            </a:xfrm>
            <a:custGeom>
              <a:avLst/>
              <a:gdLst/>
              <a:ahLst/>
              <a:cxnLst/>
              <a:rect l="l" t="t" r="r" b="b"/>
              <a:pathLst>
                <a:path w="2369" h="1773" extrusionOk="0">
                  <a:moveTo>
                    <a:pt x="922" y="1"/>
                  </a:moveTo>
                  <a:cubicBezTo>
                    <a:pt x="435" y="1"/>
                    <a:pt x="1" y="156"/>
                    <a:pt x="1" y="762"/>
                  </a:cubicBezTo>
                  <a:cubicBezTo>
                    <a:pt x="1" y="1414"/>
                    <a:pt x="337" y="1773"/>
                    <a:pt x="982" y="1773"/>
                  </a:cubicBezTo>
                  <a:cubicBezTo>
                    <a:pt x="1038" y="1773"/>
                    <a:pt x="1097" y="1770"/>
                    <a:pt x="1158" y="1765"/>
                  </a:cubicBezTo>
                  <a:cubicBezTo>
                    <a:pt x="1711" y="1730"/>
                    <a:pt x="2368" y="1678"/>
                    <a:pt x="2299" y="901"/>
                  </a:cubicBezTo>
                  <a:cubicBezTo>
                    <a:pt x="2264" y="175"/>
                    <a:pt x="1642" y="2"/>
                    <a:pt x="1003" y="2"/>
                  </a:cubicBezTo>
                  <a:cubicBezTo>
                    <a:pt x="976" y="1"/>
                    <a:pt x="949" y="1"/>
                    <a:pt x="922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49" name="Google Shape;749;p59">
              <a:extLst>
                <a:ext uri="{FF2B5EF4-FFF2-40B4-BE49-F238E27FC236}">
                  <a16:creationId xmlns:a16="http://schemas.microsoft.com/office/drawing/2014/main" id="{5283833C-D86D-FE9B-F48F-26F479F7222A}"/>
                </a:ext>
              </a:extLst>
            </p:cNvPr>
            <p:cNvSpPr/>
            <p:nvPr/>
          </p:nvSpPr>
          <p:spPr>
            <a:xfrm>
              <a:off x="2264800" y="4630125"/>
              <a:ext cx="62675" cy="39225"/>
            </a:xfrm>
            <a:custGeom>
              <a:avLst/>
              <a:gdLst/>
              <a:ahLst/>
              <a:cxnLst/>
              <a:rect l="l" t="t" r="r" b="b"/>
              <a:pathLst>
                <a:path w="2507" h="1569" extrusionOk="0">
                  <a:moveTo>
                    <a:pt x="1176" y="52"/>
                  </a:moveTo>
                  <a:cubicBezTo>
                    <a:pt x="675" y="87"/>
                    <a:pt x="1" y="1"/>
                    <a:pt x="1" y="813"/>
                  </a:cubicBezTo>
                  <a:cubicBezTo>
                    <a:pt x="1" y="1241"/>
                    <a:pt x="341" y="1568"/>
                    <a:pt x="742" y="1568"/>
                  </a:cubicBezTo>
                  <a:cubicBezTo>
                    <a:pt x="811" y="1568"/>
                    <a:pt x="881" y="1559"/>
                    <a:pt x="951" y="1539"/>
                  </a:cubicBezTo>
                  <a:cubicBezTo>
                    <a:pt x="1077" y="1515"/>
                    <a:pt x="1221" y="1513"/>
                    <a:pt x="1369" y="1513"/>
                  </a:cubicBezTo>
                  <a:cubicBezTo>
                    <a:pt x="1403" y="1513"/>
                    <a:pt x="1437" y="1513"/>
                    <a:pt x="1471" y="1513"/>
                  </a:cubicBezTo>
                  <a:cubicBezTo>
                    <a:pt x="1947" y="1513"/>
                    <a:pt x="2434" y="1491"/>
                    <a:pt x="2472" y="830"/>
                  </a:cubicBezTo>
                  <a:cubicBezTo>
                    <a:pt x="2506" y="52"/>
                    <a:pt x="1781" y="87"/>
                    <a:pt x="1176" y="52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50" name="Google Shape;750;p59">
              <a:extLst>
                <a:ext uri="{FF2B5EF4-FFF2-40B4-BE49-F238E27FC236}">
                  <a16:creationId xmlns:a16="http://schemas.microsoft.com/office/drawing/2014/main" id="{E205D339-4890-525D-9DF5-55531E9136A4}"/>
                </a:ext>
              </a:extLst>
            </p:cNvPr>
            <p:cNvSpPr/>
            <p:nvPr/>
          </p:nvSpPr>
          <p:spPr>
            <a:xfrm>
              <a:off x="1604225" y="2645350"/>
              <a:ext cx="56175" cy="38275"/>
            </a:xfrm>
            <a:custGeom>
              <a:avLst/>
              <a:gdLst/>
              <a:ahLst/>
              <a:cxnLst/>
              <a:rect l="l" t="t" r="r" b="b"/>
              <a:pathLst>
                <a:path w="2247" h="1531" extrusionOk="0">
                  <a:moveTo>
                    <a:pt x="1003" y="1"/>
                  </a:moveTo>
                  <a:cubicBezTo>
                    <a:pt x="536" y="35"/>
                    <a:pt x="0" y="1"/>
                    <a:pt x="17" y="554"/>
                  </a:cubicBezTo>
                  <a:cubicBezTo>
                    <a:pt x="17" y="1297"/>
                    <a:pt x="640" y="1452"/>
                    <a:pt x="1262" y="1522"/>
                  </a:cubicBezTo>
                  <a:cubicBezTo>
                    <a:pt x="1319" y="1528"/>
                    <a:pt x="1377" y="1531"/>
                    <a:pt x="1434" y="1531"/>
                  </a:cubicBezTo>
                  <a:cubicBezTo>
                    <a:pt x="1857" y="1531"/>
                    <a:pt x="2247" y="1352"/>
                    <a:pt x="2247" y="865"/>
                  </a:cubicBezTo>
                  <a:cubicBezTo>
                    <a:pt x="2247" y="18"/>
                    <a:pt x="1504" y="139"/>
                    <a:pt x="100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51" name="Google Shape;751;p59">
              <a:extLst>
                <a:ext uri="{FF2B5EF4-FFF2-40B4-BE49-F238E27FC236}">
                  <a16:creationId xmlns:a16="http://schemas.microsoft.com/office/drawing/2014/main" id="{9741DAC9-5098-5979-6214-28D3B45D9241}"/>
                </a:ext>
              </a:extLst>
            </p:cNvPr>
            <p:cNvSpPr/>
            <p:nvPr/>
          </p:nvSpPr>
          <p:spPr>
            <a:xfrm>
              <a:off x="7045475" y="3384250"/>
              <a:ext cx="47375" cy="53550"/>
            </a:xfrm>
            <a:custGeom>
              <a:avLst/>
              <a:gdLst/>
              <a:ahLst/>
              <a:cxnLst/>
              <a:rect l="l" t="t" r="r" b="b"/>
              <a:pathLst>
                <a:path w="1895" h="2142" extrusionOk="0">
                  <a:moveTo>
                    <a:pt x="416" y="1"/>
                  </a:moveTo>
                  <a:cubicBezTo>
                    <a:pt x="93" y="1"/>
                    <a:pt x="0" y="338"/>
                    <a:pt x="63" y="618"/>
                  </a:cubicBezTo>
                  <a:cubicBezTo>
                    <a:pt x="201" y="1292"/>
                    <a:pt x="339" y="2035"/>
                    <a:pt x="1203" y="2139"/>
                  </a:cubicBezTo>
                  <a:cubicBezTo>
                    <a:pt x="1224" y="2141"/>
                    <a:pt x="1245" y="2142"/>
                    <a:pt x="1265" y="2142"/>
                  </a:cubicBezTo>
                  <a:cubicBezTo>
                    <a:pt x="1645" y="2142"/>
                    <a:pt x="1895" y="1835"/>
                    <a:pt x="1895" y="1327"/>
                  </a:cubicBezTo>
                  <a:cubicBezTo>
                    <a:pt x="1670" y="705"/>
                    <a:pt x="1273" y="169"/>
                    <a:pt x="529" y="13"/>
                  </a:cubicBezTo>
                  <a:cubicBezTo>
                    <a:pt x="489" y="5"/>
                    <a:pt x="451" y="1"/>
                    <a:pt x="416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52" name="Google Shape;752;p59">
              <a:extLst>
                <a:ext uri="{FF2B5EF4-FFF2-40B4-BE49-F238E27FC236}">
                  <a16:creationId xmlns:a16="http://schemas.microsoft.com/office/drawing/2014/main" id="{A5E8C138-3E1D-BDD9-F5AA-7DC7FB9AFCC6}"/>
                </a:ext>
              </a:extLst>
            </p:cNvPr>
            <p:cNvSpPr/>
            <p:nvPr/>
          </p:nvSpPr>
          <p:spPr>
            <a:xfrm>
              <a:off x="4291500" y="1250400"/>
              <a:ext cx="54900" cy="37900"/>
            </a:xfrm>
            <a:custGeom>
              <a:avLst/>
              <a:gdLst/>
              <a:ahLst/>
              <a:cxnLst/>
              <a:rect l="l" t="t" r="r" b="b"/>
              <a:pathLst>
                <a:path w="2196" h="1516" extrusionOk="0">
                  <a:moveTo>
                    <a:pt x="1013" y="0"/>
                  </a:moveTo>
                  <a:cubicBezTo>
                    <a:pt x="676" y="0"/>
                    <a:pt x="369" y="181"/>
                    <a:pt x="190" y="464"/>
                  </a:cubicBezTo>
                  <a:cubicBezTo>
                    <a:pt x="0" y="706"/>
                    <a:pt x="35" y="1034"/>
                    <a:pt x="259" y="1224"/>
                  </a:cubicBezTo>
                  <a:cubicBezTo>
                    <a:pt x="466" y="1444"/>
                    <a:pt x="678" y="1515"/>
                    <a:pt x="892" y="1515"/>
                  </a:cubicBezTo>
                  <a:cubicBezTo>
                    <a:pt x="1233" y="1515"/>
                    <a:pt x="1579" y="1336"/>
                    <a:pt x="1919" y="1293"/>
                  </a:cubicBezTo>
                  <a:cubicBezTo>
                    <a:pt x="2195" y="567"/>
                    <a:pt x="1901" y="153"/>
                    <a:pt x="1175" y="14"/>
                  </a:cubicBezTo>
                  <a:cubicBezTo>
                    <a:pt x="1121" y="5"/>
                    <a:pt x="1066" y="0"/>
                    <a:pt x="1013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53" name="Google Shape;753;p59">
              <a:extLst>
                <a:ext uri="{FF2B5EF4-FFF2-40B4-BE49-F238E27FC236}">
                  <a16:creationId xmlns:a16="http://schemas.microsoft.com/office/drawing/2014/main" id="{F3CF9148-2DED-F595-133E-0359F17F6614}"/>
                </a:ext>
              </a:extLst>
            </p:cNvPr>
            <p:cNvSpPr/>
            <p:nvPr/>
          </p:nvSpPr>
          <p:spPr>
            <a:xfrm>
              <a:off x="6323375" y="3314875"/>
              <a:ext cx="50125" cy="37325"/>
            </a:xfrm>
            <a:custGeom>
              <a:avLst/>
              <a:gdLst/>
              <a:ahLst/>
              <a:cxnLst/>
              <a:rect l="l" t="t" r="r" b="b"/>
              <a:pathLst>
                <a:path w="2005" h="1493" extrusionOk="0">
                  <a:moveTo>
                    <a:pt x="754" y="1"/>
                  </a:moveTo>
                  <a:cubicBezTo>
                    <a:pt x="409" y="1"/>
                    <a:pt x="93" y="129"/>
                    <a:pt x="52" y="542"/>
                  </a:cubicBezTo>
                  <a:cubicBezTo>
                    <a:pt x="0" y="1198"/>
                    <a:pt x="536" y="1371"/>
                    <a:pt x="1106" y="1492"/>
                  </a:cubicBezTo>
                  <a:cubicBezTo>
                    <a:pt x="1504" y="1475"/>
                    <a:pt x="1988" y="1440"/>
                    <a:pt x="1988" y="905"/>
                  </a:cubicBezTo>
                  <a:cubicBezTo>
                    <a:pt x="2005" y="317"/>
                    <a:pt x="1504" y="110"/>
                    <a:pt x="1020" y="23"/>
                  </a:cubicBezTo>
                  <a:cubicBezTo>
                    <a:pt x="932" y="9"/>
                    <a:pt x="842" y="1"/>
                    <a:pt x="754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54" name="Google Shape;754;p59">
              <a:extLst>
                <a:ext uri="{FF2B5EF4-FFF2-40B4-BE49-F238E27FC236}">
                  <a16:creationId xmlns:a16="http://schemas.microsoft.com/office/drawing/2014/main" id="{7467B082-40DF-EB2B-513C-A2047C1706B9}"/>
                </a:ext>
              </a:extLst>
            </p:cNvPr>
            <p:cNvSpPr/>
            <p:nvPr/>
          </p:nvSpPr>
          <p:spPr>
            <a:xfrm>
              <a:off x="6680225" y="1890750"/>
              <a:ext cx="46075" cy="42200"/>
            </a:xfrm>
            <a:custGeom>
              <a:avLst/>
              <a:gdLst/>
              <a:ahLst/>
              <a:cxnLst/>
              <a:rect l="l" t="t" r="r" b="b"/>
              <a:pathLst>
                <a:path w="1843" h="1688" extrusionOk="0">
                  <a:moveTo>
                    <a:pt x="1376" y="1"/>
                  </a:moveTo>
                  <a:cubicBezTo>
                    <a:pt x="1345" y="1"/>
                    <a:pt x="1312" y="4"/>
                    <a:pt x="1280" y="11"/>
                  </a:cubicBezTo>
                  <a:cubicBezTo>
                    <a:pt x="675" y="29"/>
                    <a:pt x="156" y="478"/>
                    <a:pt x="70" y="1083"/>
                  </a:cubicBezTo>
                  <a:cubicBezTo>
                    <a:pt x="1" y="1446"/>
                    <a:pt x="208" y="1670"/>
                    <a:pt x="675" y="1688"/>
                  </a:cubicBezTo>
                  <a:cubicBezTo>
                    <a:pt x="1193" y="1480"/>
                    <a:pt x="1643" y="1135"/>
                    <a:pt x="1781" y="513"/>
                  </a:cubicBezTo>
                  <a:cubicBezTo>
                    <a:pt x="1843" y="250"/>
                    <a:pt x="1642" y="1"/>
                    <a:pt x="1376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55" name="Google Shape;755;p59">
              <a:extLst>
                <a:ext uri="{FF2B5EF4-FFF2-40B4-BE49-F238E27FC236}">
                  <a16:creationId xmlns:a16="http://schemas.microsoft.com/office/drawing/2014/main" id="{C0206949-F7B5-6DE6-017F-2FA7910B111D}"/>
                </a:ext>
              </a:extLst>
            </p:cNvPr>
            <p:cNvSpPr/>
            <p:nvPr/>
          </p:nvSpPr>
          <p:spPr>
            <a:xfrm>
              <a:off x="3550975" y="1955400"/>
              <a:ext cx="53600" cy="126175"/>
            </a:xfrm>
            <a:custGeom>
              <a:avLst/>
              <a:gdLst/>
              <a:ahLst/>
              <a:cxnLst/>
              <a:rect l="l" t="t" r="r" b="b"/>
              <a:pathLst>
                <a:path w="2144" h="5047" extrusionOk="0">
                  <a:moveTo>
                    <a:pt x="1297" y="0"/>
                  </a:moveTo>
                  <a:cubicBezTo>
                    <a:pt x="778" y="0"/>
                    <a:pt x="260" y="363"/>
                    <a:pt x="364" y="795"/>
                  </a:cubicBezTo>
                  <a:cubicBezTo>
                    <a:pt x="640" y="1850"/>
                    <a:pt x="122" y="2731"/>
                    <a:pt x="1" y="3491"/>
                  </a:cubicBezTo>
                  <a:cubicBezTo>
                    <a:pt x="70" y="4338"/>
                    <a:pt x="1" y="5047"/>
                    <a:pt x="951" y="5047"/>
                  </a:cubicBezTo>
                  <a:cubicBezTo>
                    <a:pt x="1781" y="5047"/>
                    <a:pt x="1971" y="4476"/>
                    <a:pt x="2040" y="3785"/>
                  </a:cubicBezTo>
                  <a:cubicBezTo>
                    <a:pt x="2144" y="2748"/>
                    <a:pt x="1642" y="1746"/>
                    <a:pt x="1936" y="692"/>
                  </a:cubicBezTo>
                  <a:cubicBezTo>
                    <a:pt x="2023" y="381"/>
                    <a:pt x="1712" y="0"/>
                    <a:pt x="1297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56" name="Google Shape;756;p59">
              <a:extLst>
                <a:ext uri="{FF2B5EF4-FFF2-40B4-BE49-F238E27FC236}">
                  <a16:creationId xmlns:a16="http://schemas.microsoft.com/office/drawing/2014/main" id="{BF7F3E47-ED1A-9D64-2B62-E4AFBA270F50}"/>
                </a:ext>
              </a:extLst>
            </p:cNvPr>
            <p:cNvSpPr/>
            <p:nvPr/>
          </p:nvSpPr>
          <p:spPr>
            <a:xfrm>
              <a:off x="3910000" y="2161475"/>
              <a:ext cx="93775" cy="45400"/>
            </a:xfrm>
            <a:custGeom>
              <a:avLst/>
              <a:gdLst/>
              <a:ahLst/>
              <a:cxnLst/>
              <a:rect l="l" t="t" r="r" b="b"/>
              <a:pathLst>
                <a:path w="3751" h="1816" extrusionOk="0">
                  <a:moveTo>
                    <a:pt x="1383" y="1"/>
                  </a:moveTo>
                  <a:cubicBezTo>
                    <a:pt x="778" y="87"/>
                    <a:pt x="1" y="18"/>
                    <a:pt x="122" y="640"/>
                  </a:cubicBezTo>
                  <a:cubicBezTo>
                    <a:pt x="329" y="1625"/>
                    <a:pt x="1297" y="1815"/>
                    <a:pt x="2195" y="1815"/>
                  </a:cubicBezTo>
                  <a:cubicBezTo>
                    <a:pt x="2835" y="1815"/>
                    <a:pt x="3751" y="1712"/>
                    <a:pt x="3613" y="951"/>
                  </a:cubicBezTo>
                  <a:cubicBezTo>
                    <a:pt x="3466" y="240"/>
                    <a:pt x="2970" y="188"/>
                    <a:pt x="2455" y="188"/>
                  </a:cubicBezTo>
                  <a:cubicBezTo>
                    <a:pt x="2366" y="188"/>
                    <a:pt x="2276" y="189"/>
                    <a:pt x="2187" y="189"/>
                  </a:cubicBezTo>
                  <a:cubicBezTo>
                    <a:pt x="1880" y="189"/>
                    <a:pt x="1588" y="170"/>
                    <a:pt x="138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57" name="Google Shape;757;p59">
              <a:extLst>
                <a:ext uri="{FF2B5EF4-FFF2-40B4-BE49-F238E27FC236}">
                  <a16:creationId xmlns:a16="http://schemas.microsoft.com/office/drawing/2014/main" id="{2B19160F-03CE-AE64-84FD-16825BCBCE06}"/>
                </a:ext>
              </a:extLst>
            </p:cNvPr>
            <p:cNvSpPr/>
            <p:nvPr/>
          </p:nvSpPr>
          <p:spPr>
            <a:xfrm>
              <a:off x="4125600" y="2173875"/>
              <a:ext cx="50575" cy="37600"/>
            </a:xfrm>
            <a:custGeom>
              <a:avLst/>
              <a:gdLst/>
              <a:ahLst/>
              <a:cxnLst/>
              <a:rect l="l" t="t" r="r" b="b"/>
              <a:pathLst>
                <a:path w="2023" h="1504" extrusionOk="0">
                  <a:moveTo>
                    <a:pt x="1294" y="1"/>
                  </a:moveTo>
                  <a:cubicBezTo>
                    <a:pt x="1249" y="1"/>
                    <a:pt x="1204" y="3"/>
                    <a:pt x="1158" y="6"/>
                  </a:cubicBezTo>
                  <a:cubicBezTo>
                    <a:pt x="691" y="144"/>
                    <a:pt x="0" y="109"/>
                    <a:pt x="17" y="904"/>
                  </a:cubicBezTo>
                  <a:cubicBezTo>
                    <a:pt x="17" y="1352"/>
                    <a:pt x="364" y="1503"/>
                    <a:pt x="748" y="1503"/>
                  </a:cubicBezTo>
                  <a:cubicBezTo>
                    <a:pt x="809" y="1503"/>
                    <a:pt x="872" y="1499"/>
                    <a:pt x="933" y="1492"/>
                  </a:cubicBezTo>
                  <a:cubicBezTo>
                    <a:pt x="1486" y="1440"/>
                    <a:pt x="2022" y="1233"/>
                    <a:pt x="2022" y="593"/>
                  </a:cubicBezTo>
                  <a:cubicBezTo>
                    <a:pt x="2022" y="156"/>
                    <a:pt x="1711" y="1"/>
                    <a:pt x="1294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758" name="Google Shape;758;p59">
              <a:extLst>
                <a:ext uri="{FF2B5EF4-FFF2-40B4-BE49-F238E27FC236}">
                  <a16:creationId xmlns:a16="http://schemas.microsoft.com/office/drawing/2014/main" id="{86287C80-F5C7-FBE2-15D8-0BB59FE13E75}"/>
                </a:ext>
              </a:extLst>
            </p:cNvPr>
            <p:cNvSpPr/>
            <p:nvPr/>
          </p:nvSpPr>
          <p:spPr>
            <a:xfrm>
              <a:off x="3415775" y="2038325"/>
              <a:ext cx="44925" cy="38175"/>
            </a:xfrm>
            <a:custGeom>
              <a:avLst/>
              <a:gdLst/>
              <a:ahLst/>
              <a:cxnLst/>
              <a:rect l="l" t="t" r="r" b="b"/>
              <a:pathLst>
                <a:path w="1797" h="1527" extrusionOk="0">
                  <a:moveTo>
                    <a:pt x="812" y="0"/>
                  </a:moveTo>
                  <a:cubicBezTo>
                    <a:pt x="383" y="0"/>
                    <a:pt x="1" y="211"/>
                    <a:pt x="34" y="710"/>
                  </a:cubicBezTo>
                  <a:cubicBezTo>
                    <a:pt x="34" y="1164"/>
                    <a:pt x="400" y="1527"/>
                    <a:pt x="845" y="1527"/>
                  </a:cubicBezTo>
                  <a:cubicBezTo>
                    <a:pt x="874" y="1527"/>
                    <a:pt x="903" y="1525"/>
                    <a:pt x="933" y="1522"/>
                  </a:cubicBezTo>
                  <a:cubicBezTo>
                    <a:pt x="1382" y="1522"/>
                    <a:pt x="1745" y="1315"/>
                    <a:pt x="1797" y="796"/>
                  </a:cubicBezTo>
                  <a:cubicBezTo>
                    <a:pt x="1745" y="226"/>
                    <a:pt x="1330" y="19"/>
                    <a:pt x="864" y="1"/>
                  </a:cubicBezTo>
                  <a:cubicBezTo>
                    <a:pt x="847" y="1"/>
                    <a:pt x="829" y="0"/>
                    <a:pt x="812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761" name="Google Shape;761;p59">
            <a:extLst>
              <a:ext uri="{FF2B5EF4-FFF2-40B4-BE49-F238E27FC236}">
                <a16:creationId xmlns:a16="http://schemas.microsoft.com/office/drawing/2014/main" id="{3F8A3770-9654-A95F-2227-CDB669B91122}"/>
              </a:ext>
            </a:extLst>
          </p:cNvPr>
          <p:cNvSpPr txBox="1"/>
          <p:nvPr/>
        </p:nvSpPr>
        <p:spPr>
          <a:xfrm flipH="1">
            <a:off x="1423004" y="2561264"/>
            <a:ext cx="2461169" cy="4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VIPs exist globally, not tied to single geography</a:t>
            </a:r>
            <a:endParaRPr sz="1800" dirty="0">
              <a:solidFill>
                <a:schemeClr val="dk1"/>
              </a:solidFill>
              <a:latin typeface="Didact Gothic"/>
              <a:ea typeface="Didact Gothic"/>
              <a:cs typeface="Didact Gothic"/>
              <a:sym typeface="Didact Gothic"/>
            </a:endParaRPr>
          </a:p>
        </p:txBody>
      </p:sp>
      <p:sp>
        <p:nvSpPr>
          <p:cNvPr id="762" name="Google Shape;762;p59">
            <a:extLst>
              <a:ext uri="{FF2B5EF4-FFF2-40B4-BE49-F238E27FC236}">
                <a16:creationId xmlns:a16="http://schemas.microsoft.com/office/drawing/2014/main" id="{5F659438-659F-8CF0-D431-E4C61B825F4B}"/>
              </a:ext>
            </a:extLst>
          </p:cNvPr>
          <p:cNvSpPr txBox="1"/>
          <p:nvPr/>
        </p:nvSpPr>
        <p:spPr>
          <a:xfrm flipH="1">
            <a:off x="1405113" y="1394594"/>
            <a:ext cx="2479061" cy="7920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Top customers contribute $160-$210 each.</a:t>
            </a:r>
            <a:endParaRPr sz="1800" dirty="0">
              <a:solidFill>
                <a:schemeClr val="dk1"/>
              </a:solidFill>
              <a:latin typeface="Didact Gothic"/>
              <a:ea typeface="Didact Gothic"/>
              <a:cs typeface="Didact Gothic"/>
              <a:sym typeface="Didact Gothic"/>
            </a:endParaRPr>
          </a:p>
        </p:txBody>
      </p:sp>
      <p:sp>
        <p:nvSpPr>
          <p:cNvPr id="763" name="Google Shape;763;p59">
            <a:extLst>
              <a:ext uri="{FF2B5EF4-FFF2-40B4-BE49-F238E27FC236}">
                <a16:creationId xmlns:a16="http://schemas.microsoft.com/office/drawing/2014/main" id="{BF707B5C-6965-7EC8-EC72-E80636078D3A}"/>
              </a:ext>
            </a:extLst>
          </p:cNvPr>
          <p:cNvSpPr/>
          <p:nvPr/>
        </p:nvSpPr>
        <p:spPr>
          <a:xfrm>
            <a:off x="986775" y="2616756"/>
            <a:ext cx="345600" cy="3285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64" name="Google Shape;764;p59">
            <a:extLst>
              <a:ext uri="{FF2B5EF4-FFF2-40B4-BE49-F238E27FC236}">
                <a16:creationId xmlns:a16="http://schemas.microsoft.com/office/drawing/2014/main" id="{A5122BC1-8E94-18CA-09E0-9B8185E17B1C}"/>
              </a:ext>
            </a:extLst>
          </p:cNvPr>
          <p:cNvSpPr/>
          <p:nvPr/>
        </p:nvSpPr>
        <p:spPr>
          <a:xfrm>
            <a:off x="986775" y="1537313"/>
            <a:ext cx="345600" cy="3285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65" name="Google Shape;765;p59">
            <a:extLst>
              <a:ext uri="{FF2B5EF4-FFF2-40B4-BE49-F238E27FC236}">
                <a16:creationId xmlns:a16="http://schemas.microsoft.com/office/drawing/2014/main" id="{71F42FEC-75B0-C7BC-F6F9-F3FE7013F2F9}"/>
              </a:ext>
            </a:extLst>
          </p:cNvPr>
          <p:cNvSpPr/>
          <p:nvPr/>
        </p:nvSpPr>
        <p:spPr>
          <a:xfrm>
            <a:off x="986775" y="3696200"/>
            <a:ext cx="345600" cy="3285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66" name="Google Shape;766;p59">
            <a:extLst>
              <a:ext uri="{FF2B5EF4-FFF2-40B4-BE49-F238E27FC236}">
                <a16:creationId xmlns:a16="http://schemas.microsoft.com/office/drawing/2014/main" id="{9B84DF43-D363-F50D-5022-118CABFB7227}"/>
              </a:ext>
            </a:extLst>
          </p:cNvPr>
          <p:cNvSpPr/>
          <p:nvPr/>
        </p:nvSpPr>
        <p:spPr>
          <a:xfrm>
            <a:off x="5503322" y="3312275"/>
            <a:ext cx="345600" cy="3285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67" name="Google Shape;767;p59">
            <a:extLst>
              <a:ext uri="{FF2B5EF4-FFF2-40B4-BE49-F238E27FC236}">
                <a16:creationId xmlns:a16="http://schemas.microsoft.com/office/drawing/2014/main" id="{5C2F67EF-7A2F-E667-EEE9-A04474593672}"/>
              </a:ext>
            </a:extLst>
          </p:cNvPr>
          <p:cNvSpPr/>
          <p:nvPr/>
        </p:nvSpPr>
        <p:spPr>
          <a:xfrm>
            <a:off x="5000744" y="2489974"/>
            <a:ext cx="345600" cy="3285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68" name="Google Shape;768;p59">
            <a:extLst>
              <a:ext uri="{FF2B5EF4-FFF2-40B4-BE49-F238E27FC236}">
                <a16:creationId xmlns:a16="http://schemas.microsoft.com/office/drawing/2014/main" id="{9FDD06A1-DF9E-E2FE-9DA5-262BE961BDAB}"/>
              </a:ext>
            </a:extLst>
          </p:cNvPr>
          <p:cNvSpPr/>
          <p:nvPr/>
        </p:nvSpPr>
        <p:spPr>
          <a:xfrm>
            <a:off x="6967689" y="3356302"/>
            <a:ext cx="345600" cy="32850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" name="Google Shape;762;p59">
            <a:extLst>
              <a:ext uri="{FF2B5EF4-FFF2-40B4-BE49-F238E27FC236}">
                <a16:creationId xmlns:a16="http://schemas.microsoft.com/office/drawing/2014/main" id="{11B63813-2AC2-8CDB-832A-E17783B8A4E4}"/>
              </a:ext>
            </a:extLst>
          </p:cNvPr>
          <p:cNvSpPr txBox="1"/>
          <p:nvPr/>
        </p:nvSpPr>
        <p:spPr>
          <a:xfrm flipH="1">
            <a:off x="7112781" y="3827759"/>
            <a:ext cx="1490330" cy="8016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(1) Eleanor Hunt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$211.55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Réunion</a:t>
            </a:r>
            <a:endParaRPr dirty="0">
              <a:solidFill>
                <a:schemeClr val="dk1"/>
              </a:solidFill>
              <a:latin typeface="Didact Gothic"/>
              <a:ea typeface="Didact Gothic"/>
              <a:cs typeface="Didact Gothic"/>
              <a:sym typeface="Didact Gothic"/>
            </a:endParaRPr>
          </a:p>
        </p:txBody>
      </p:sp>
      <p:sp>
        <p:nvSpPr>
          <p:cNvPr id="4" name="Google Shape;762;p59">
            <a:extLst>
              <a:ext uri="{FF2B5EF4-FFF2-40B4-BE49-F238E27FC236}">
                <a16:creationId xmlns:a16="http://schemas.microsoft.com/office/drawing/2014/main" id="{9E07E45D-8BAC-B0C1-A986-209A8915115F}"/>
              </a:ext>
            </a:extLst>
          </p:cNvPr>
          <p:cNvSpPr txBox="1"/>
          <p:nvPr/>
        </p:nvSpPr>
        <p:spPr>
          <a:xfrm flipH="1">
            <a:off x="3926439" y="1272593"/>
            <a:ext cx="1490330" cy="8016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(2) Karl Seal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$208.58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United States</a:t>
            </a:r>
            <a:endParaRPr dirty="0">
              <a:solidFill>
                <a:schemeClr val="dk1"/>
              </a:solidFill>
              <a:latin typeface="Didact Gothic"/>
              <a:ea typeface="Didact Gothic"/>
              <a:cs typeface="Didact Gothic"/>
              <a:sym typeface="Didact Gothic"/>
            </a:endParaRPr>
          </a:p>
        </p:txBody>
      </p:sp>
      <p:sp>
        <p:nvSpPr>
          <p:cNvPr id="5" name="Google Shape;762;p59">
            <a:extLst>
              <a:ext uri="{FF2B5EF4-FFF2-40B4-BE49-F238E27FC236}">
                <a16:creationId xmlns:a16="http://schemas.microsoft.com/office/drawing/2014/main" id="{E17F2718-7237-E32D-3385-449A3B090820}"/>
              </a:ext>
            </a:extLst>
          </p:cNvPr>
          <p:cNvSpPr txBox="1"/>
          <p:nvPr/>
        </p:nvSpPr>
        <p:spPr>
          <a:xfrm flipH="1">
            <a:off x="5064480" y="4162604"/>
            <a:ext cx="1668240" cy="8016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(3) Marion Snyder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$194.61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Didact Gothic"/>
                <a:ea typeface="Didact Gothic"/>
                <a:cs typeface="Didact Gothic"/>
                <a:sym typeface="Didact Gothic"/>
              </a:rPr>
              <a:t>Brazil</a:t>
            </a:r>
            <a:endParaRPr dirty="0">
              <a:solidFill>
                <a:schemeClr val="dk1"/>
              </a:solidFill>
              <a:latin typeface="Didact Gothic"/>
              <a:ea typeface="Didact Gothic"/>
              <a:cs typeface="Didact Gothic"/>
              <a:sym typeface="Didact Gothic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BF87C3E-7EEF-7E92-2F23-AE429AEB4856}"/>
              </a:ext>
            </a:extLst>
          </p:cNvPr>
          <p:cNvCxnSpPr>
            <a:cxnSpLocks/>
          </p:cNvCxnSpPr>
          <p:nvPr/>
        </p:nvCxnSpPr>
        <p:spPr>
          <a:xfrm>
            <a:off x="5676122" y="3520552"/>
            <a:ext cx="0" cy="64205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7113E04-86EE-7A58-F5E3-E6246CDB2B67}"/>
              </a:ext>
            </a:extLst>
          </p:cNvPr>
          <p:cNvCxnSpPr>
            <a:cxnSpLocks/>
          </p:cNvCxnSpPr>
          <p:nvPr/>
        </p:nvCxnSpPr>
        <p:spPr>
          <a:xfrm>
            <a:off x="7181212" y="3580797"/>
            <a:ext cx="454340" cy="294836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0F3BAE8-0D8E-283F-44CA-B645114DD133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4671604" y="2074287"/>
            <a:ext cx="473671" cy="546012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269030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Google Shape;623;p53"/>
          <p:cNvSpPr txBox="1">
            <a:spLocks noGrp="1"/>
          </p:cNvSpPr>
          <p:nvPr>
            <p:ph type="title"/>
          </p:nvPr>
        </p:nvSpPr>
        <p:spPr>
          <a:xfrm>
            <a:off x="1580250" y="533264"/>
            <a:ext cx="5983500" cy="641704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/>
              <a:t>Strategic Insight Summary</a:t>
            </a:r>
            <a:endParaRPr sz="3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FA26877-739A-FE58-5D3B-F0A18AF83B8B}"/>
              </a:ext>
            </a:extLst>
          </p:cNvPr>
          <p:cNvSpPr txBox="1"/>
          <p:nvPr/>
        </p:nvSpPr>
        <p:spPr>
          <a:xfrm>
            <a:off x="996846" y="1034292"/>
            <a:ext cx="7150308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  <a:buChar char="✰"/>
            </a:pPr>
            <a:r>
              <a:rPr lang="en-GB" sz="1600" dirty="0">
                <a:solidFill>
                  <a:schemeClr val="accent1"/>
                </a:solidFill>
                <a:latin typeface="Didact Gothic" pitchFamily="2" charset="0"/>
              </a:rPr>
              <a:t>Asia-Pacific shows stronger rental pricing tolerance, making it a priority for digital expansion.</a:t>
            </a:r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  <a:buChar char="✰"/>
            </a:pPr>
            <a:r>
              <a:rPr lang="en-GB" sz="1600" dirty="0">
                <a:solidFill>
                  <a:schemeClr val="accent1"/>
                </a:solidFill>
                <a:latin typeface="Didact Gothic" pitchFamily="2" charset="0"/>
              </a:rPr>
              <a:t>International demand is evident – increase multilingual titles to grow adoption in non-English markets.</a:t>
            </a:r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  <a:buChar char="✰"/>
            </a:pPr>
            <a:r>
              <a:rPr lang="en-GB" sz="1600" dirty="0">
                <a:solidFill>
                  <a:schemeClr val="accent1"/>
                </a:solidFill>
                <a:latin typeface="Didact Gothic" pitchFamily="2" charset="0"/>
              </a:rPr>
              <a:t>Phase rollout: India, China, US </a:t>
            </a:r>
            <a:r>
              <a:rPr lang="en-GB" sz="1600" dirty="0">
                <a:solidFill>
                  <a:schemeClr val="accent1"/>
                </a:solidFill>
                <a:latin typeface="Didact Gothic" pitchFamily="2" charset="0"/>
                <a:sym typeface="Wingdings" pitchFamily="2" charset="2"/>
              </a:rPr>
              <a:t> Japan, Mexico, Brazil, Russia as Wave 2.</a:t>
            </a:r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  <a:buChar char="✰"/>
            </a:pPr>
            <a:r>
              <a:rPr lang="en-GB" sz="1600" dirty="0">
                <a:solidFill>
                  <a:schemeClr val="accent1"/>
                </a:solidFill>
                <a:latin typeface="Didact Gothic" pitchFamily="2" charset="0"/>
                <a:sym typeface="Wingdings" pitchFamily="2" charset="2"/>
              </a:rPr>
              <a:t>Genre trends show Sports, Sci-Fi, and Animation deliver higher-value rentals; prioritize their digital availability.</a:t>
            </a:r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  <a:buChar char="✰"/>
            </a:pPr>
            <a:r>
              <a:rPr lang="en-GB" sz="1600" dirty="0">
                <a:solidFill>
                  <a:schemeClr val="accent1"/>
                </a:solidFill>
                <a:latin typeface="Didact Gothic" pitchFamily="2" charset="0"/>
                <a:sym typeface="Wingdings" pitchFamily="2" charset="2"/>
              </a:rPr>
              <a:t>Tailor pricing by region to protect margins while driving store-to-stream conversion.</a:t>
            </a:r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  <a:buChar char="✰"/>
            </a:pPr>
            <a:r>
              <a:rPr lang="en-GB" sz="1600" dirty="0">
                <a:solidFill>
                  <a:schemeClr val="accent1"/>
                </a:solidFill>
                <a:latin typeface="Didact Gothic" pitchFamily="2" charset="0"/>
              </a:rPr>
              <a:t>Support digital rollout with continuous testing of content performance to refine catalogue and spend.</a:t>
            </a:r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Clr>
                <a:schemeClr val="bg1"/>
              </a:buClr>
              <a:buSzPts val="1400"/>
              <a:buChar char="✰"/>
            </a:pPr>
            <a:endParaRPr lang="en-GB" sz="1400" dirty="0">
              <a:solidFill>
                <a:schemeClr val="accent1"/>
              </a:solidFill>
              <a:latin typeface="Didact Gothic" pitchFamily="2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44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10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Remaining Questions/Next Analysis</a:t>
            </a:r>
            <a:endParaRPr dirty="0"/>
          </a:p>
        </p:txBody>
      </p:sp>
      <p:sp>
        <p:nvSpPr>
          <p:cNvPr id="427" name="Google Shape;427;p44"/>
          <p:cNvSpPr txBox="1">
            <a:spLocks noGrp="1"/>
          </p:cNvSpPr>
          <p:nvPr>
            <p:ph type="subTitle" idx="1"/>
          </p:nvPr>
        </p:nvSpPr>
        <p:spPr>
          <a:xfrm>
            <a:off x="1122947" y="1112199"/>
            <a:ext cx="7307953" cy="376928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SzPts val="1400"/>
              <a:buChar char="✰"/>
            </a:pPr>
            <a:r>
              <a:rPr lang="en-US" sz="2400" dirty="0"/>
              <a:t>Can we predict digital demand by leveraging rental revenue and genre trends?</a:t>
            </a:r>
            <a:endParaRPr sz="2400" dirty="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✰"/>
            </a:pPr>
            <a:r>
              <a:rPr lang="en-US" sz="2400" dirty="0"/>
              <a:t>What pricing tiers maximize conversion in high-potential markets like India and China?</a:t>
            </a:r>
            <a:endParaRPr sz="2400" dirty="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✰"/>
            </a:pPr>
            <a:r>
              <a:rPr lang="en-US" sz="2400" dirty="0"/>
              <a:t>Which cities drive strongest store-to-stream customer shifts?</a:t>
            </a: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✰"/>
            </a:pPr>
            <a:r>
              <a:rPr lang="en-US" sz="2400" dirty="0"/>
              <a:t>How should regional infrastructure (bandwidth, delivery paths) be prioritized to reduce streaming friction?</a:t>
            </a:r>
            <a:endParaRPr sz="2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2" name="Google Shape;1152;p72"/>
          <p:cNvSpPr txBox="1">
            <a:spLocks noGrp="1"/>
          </p:cNvSpPr>
          <p:nvPr>
            <p:ph type="title"/>
          </p:nvPr>
        </p:nvSpPr>
        <p:spPr>
          <a:xfrm>
            <a:off x="2347938" y="795695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Thank You</a:t>
            </a:r>
            <a:endParaRPr dirty="0"/>
          </a:p>
        </p:txBody>
      </p:sp>
      <p:sp>
        <p:nvSpPr>
          <p:cNvPr id="1153" name="Google Shape;1153;p72"/>
          <p:cNvSpPr txBox="1">
            <a:spLocks noGrp="1"/>
          </p:cNvSpPr>
          <p:nvPr>
            <p:ph type="subTitle" idx="1"/>
          </p:nvPr>
        </p:nvSpPr>
        <p:spPr>
          <a:xfrm>
            <a:off x="1663908" y="1854395"/>
            <a:ext cx="5816184" cy="155686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dirty="0">
                <a:solidFill>
                  <a:schemeClr val="lt1"/>
                </a:solidFill>
                <a:latin typeface="Bakbak One"/>
                <a:ea typeface="Bakbak One"/>
                <a:cs typeface="Bakbak One"/>
                <a:sym typeface="Bakbak One"/>
              </a:rPr>
              <a:t>Do you have any questions?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600" dirty="0">
              <a:solidFill>
                <a:schemeClr val="lt1"/>
              </a:solidFill>
              <a:latin typeface="Bakbak One"/>
              <a:ea typeface="Bakbak One"/>
              <a:cs typeface="Bakbak One"/>
              <a:sym typeface="Bakbak One"/>
              <a:hlinkClick r:id="rId3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lt1"/>
                </a:solidFill>
                <a:latin typeface="Bakbak One"/>
                <a:ea typeface="Bakbak One"/>
                <a:cs typeface="Bakbak One"/>
                <a:sym typeface="Bakbak One"/>
                <a:hlinkClick r:id="rId4"/>
              </a:rPr>
              <a:t>Tableau Maps Dashboard</a:t>
            </a:r>
            <a:endParaRPr lang="en-US" sz="1600" dirty="0">
              <a:solidFill>
                <a:schemeClr val="lt1"/>
              </a:solidFill>
              <a:latin typeface="Bakbak One"/>
              <a:ea typeface="Bakbak One"/>
              <a:cs typeface="Bakbak One"/>
              <a:sym typeface="Bakbak One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lt1"/>
                </a:solidFill>
                <a:latin typeface="Bakbak One"/>
                <a:ea typeface="Bakbak One"/>
                <a:cs typeface="Bakbak One"/>
                <a:sym typeface="Bakbak One"/>
                <a:hlinkClick r:id="rId5"/>
              </a:rPr>
              <a:t>GitHub Repository</a:t>
            </a:r>
            <a:endParaRPr lang="en-US" sz="1600" dirty="0">
              <a:solidFill>
                <a:schemeClr val="lt1"/>
              </a:solidFill>
              <a:latin typeface="Bakbak One"/>
              <a:ea typeface="Bakbak One"/>
              <a:cs typeface="Bakbak One"/>
              <a:sym typeface="Bakbak One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lt1"/>
                </a:solidFill>
                <a:latin typeface="Bakbak One"/>
                <a:ea typeface="Bakbak One"/>
                <a:cs typeface="Bakbak One"/>
                <a:sym typeface="Bakbak One"/>
                <a:hlinkClick r:id="rId6"/>
              </a:rPr>
              <a:t>duong.t.jess@gmail.com</a:t>
            </a:r>
            <a:endParaRPr lang="en-US" sz="1600" dirty="0">
              <a:solidFill>
                <a:schemeClr val="lt1"/>
              </a:solidFill>
              <a:latin typeface="Bakbak One"/>
              <a:ea typeface="Bakbak One"/>
              <a:cs typeface="Bakbak One"/>
              <a:sym typeface="Bakbak One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rive-in Cinema by Slidesgo">
  <a:themeElements>
    <a:clrScheme name="Custom 9">
      <a:dk1>
        <a:srgbClr val="EEEAEA"/>
      </a:dk1>
      <a:lt1>
        <a:srgbClr val="02E4E4"/>
      </a:lt1>
      <a:dk2>
        <a:srgbClr val="111111"/>
      </a:dk2>
      <a:lt2>
        <a:srgbClr val="A557E4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EEEAEA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2043</TotalTime>
  <Words>747</Words>
  <Application>Microsoft Macintosh PowerPoint</Application>
  <PresentationFormat>On-screen Show (16:9)</PresentationFormat>
  <Paragraphs>111</Paragraphs>
  <Slides>17</Slides>
  <Notes>17</Notes>
  <HiddenSlides>0</HiddenSlides>
  <MMClips>0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6" baseType="lpstr">
      <vt:lpstr>Nunito Light</vt:lpstr>
      <vt:lpstr>Arimo</vt:lpstr>
      <vt:lpstr>Anaheim</vt:lpstr>
      <vt:lpstr>Albert Sans</vt:lpstr>
      <vt:lpstr>Didact Gothic</vt:lpstr>
      <vt:lpstr>Arial</vt:lpstr>
      <vt:lpstr>Bakbak One</vt:lpstr>
      <vt:lpstr>Drive-in Cinema by Slidesgo</vt:lpstr>
      <vt:lpstr>Worksheet</vt:lpstr>
      <vt:lpstr>Rockbuster Stealth</vt:lpstr>
      <vt:lpstr>Hello Streaming!  Goodbye Status Quo</vt:lpstr>
      <vt:lpstr>Key Business Questions</vt:lpstr>
      <vt:lpstr>Rental Economics Snapshot Stable pricing and engagement levels</vt:lpstr>
      <vt:lpstr>Customers</vt:lpstr>
      <vt:lpstr>Where the Fans Are</vt:lpstr>
      <vt:lpstr>Where High-Affinity Customers Live</vt:lpstr>
      <vt:lpstr>Revenue  Powerhouses</vt:lpstr>
      <vt:lpstr>Rentals</vt:lpstr>
      <vt:lpstr>What Content Makes Money?</vt:lpstr>
      <vt:lpstr>What Drives Demand?</vt:lpstr>
      <vt:lpstr>Who’s the Audience?</vt:lpstr>
      <vt:lpstr>Hits Fuel the Business</vt:lpstr>
      <vt:lpstr>Top Customer Lifetime Value</vt:lpstr>
      <vt:lpstr>Strategic Insight Summary</vt:lpstr>
      <vt:lpstr>Remaining Questions/Next Analysis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s1632</cp:lastModifiedBy>
  <cp:revision>27</cp:revision>
  <dcterms:modified xsi:type="dcterms:W3CDTF">2026-02-04T02:05:00Z</dcterms:modified>
</cp:coreProperties>
</file>